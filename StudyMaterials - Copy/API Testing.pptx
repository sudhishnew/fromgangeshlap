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44"/>
  </p:notesMasterIdLst>
  <p:handoutMasterIdLst>
    <p:handoutMasterId r:id="rId45"/>
  </p:handoutMasterIdLst>
  <p:sldIdLst>
    <p:sldId id="256" r:id="rId2"/>
    <p:sldId id="380" r:id="rId3"/>
    <p:sldId id="274" r:id="rId4"/>
    <p:sldId id="258" r:id="rId5"/>
    <p:sldId id="259" r:id="rId6"/>
    <p:sldId id="381" r:id="rId7"/>
    <p:sldId id="262" r:id="rId8"/>
    <p:sldId id="382" r:id="rId9"/>
    <p:sldId id="270" r:id="rId10"/>
    <p:sldId id="272" r:id="rId11"/>
    <p:sldId id="276" r:id="rId12"/>
    <p:sldId id="260" r:id="rId13"/>
    <p:sldId id="363" r:id="rId14"/>
    <p:sldId id="275" r:id="rId15"/>
    <p:sldId id="273" r:id="rId16"/>
    <p:sldId id="277" r:id="rId17"/>
    <p:sldId id="266" r:id="rId18"/>
    <p:sldId id="267" r:id="rId19"/>
    <p:sldId id="372" r:id="rId20"/>
    <p:sldId id="278" r:id="rId21"/>
    <p:sldId id="355" r:id="rId22"/>
    <p:sldId id="279" r:id="rId23"/>
    <p:sldId id="280" r:id="rId24"/>
    <p:sldId id="356" r:id="rId25"/>
    <p:sldId id="364" r:id="rId26"/>
    <p:sldId id="358" r:id="rId27"/>
    <p:sldId id="377" r:id="rId28"/>
    <p:sldId id="359" r:id="rId29"/>
    <p:sldId id="361" r:id="rId30"/>
    <p:sldId id="373" r:id="rId31"/>
    <p:sldId id="360" r:id="rId32"/>
    <p:sldId id="375" r:id="rId33"/>
    <p:sldId id="376" r:id="rId34"/>
    <p:sldId id="374" r:id="rId35"/>
    <p:sldId id="366" r:id="rId36"/>
    <p:sldId id="367" r:id="rId37"/>
    <p:sldId id="368" r:id="rId38"/>
    <p:sldId id="369" r:id="rId39"/>
    <p:sldId id="371" r:id="rId40"/>
    <p:sldId id="357" r:id="rId41"/>
    <p:sldId id="365" r:id="rId42"/>
    <p:sldId id="26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57" autoAdjust="0"/>
  </p:normalViewPr>
  <p:slideViewPr>
    <p:cSldViewPr snapToGrid="0">
      <p:cViewPr varScale="1">
        <p:scale>
          <a:sx n="81" d="100"/>
          <a:sy n="81" d="100"/>
        </p:scale>
        <p:origin x="677" y="53"/>
      </p:cViewPr>
      <p:guideLst/>
    </p:cSldViewPr>
  </p:slideViewPr>
  <p:outlineViewPr>
    <p:cViewPr>
      <p:scale>
        <a:sx n="33" d="100"/>
        <a:sy n="33" d="100"/>
      </p:scale>
      <p:origin x="0" y="-642"/>
    </p:cViewPr>
  </p:outlineViewPr>
  <p:notesTextViewPr>
    <p:cViewPr>
      <p:scale>
        <a:sx n="3" d="2"/>
        <a:sy n="3" d="2"/>
      </p:scale>
      <p:origin x="0" y="0"/>
    </p:cViewPr>
  </p:notesTextViewPr>
  <p:notesViewPr>
    <p:cSldViewPr snapToGrid="0">
      <p:cViewPr varScale="1">
        <p:scale>
          <a:sx n="60" d="100"/>
          <a:sy n="60" d="100"/>
        </p:scale>
        <p:origin x="1670"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s Technology" userId="e0fe6197c28cab4d" providerId="LiveId" clId="{B533099A-3149-4BAB-8822-E506BDF0B4AC}"/>
    <pc:docChg chg="undo custSel addSld delSld modSld">
      <pc:chgData name="Greens Technology" userId="e0fe6197c28cab4d" providerId="LiveId" clId="{B533099A-3149-4BAB-8822-E506BDF0B4AC}" dt="2020-08-30T21:04:56.347" v="152" actId="1076"/>
      <pc:docMkLst>
        <pc:docMk/>
      </pc:docMkLst>
      <pc:sldChg chg="addSp modSp new mod">
        <pc:chgData name="Greens Technology" userId="e0fe6197c28cab4d" providerId="LiveId" clId="{B533099A-3149-4BAB-8822-E506BDF0B4AC}" dt="2020-08-30T21:04:56.347" v="152" actId="1076"/>
        <pc:sldMkLst>
          <pc:docMk/>
          <pc:sldMk cId="542002119" sldId="279"/>
        </pc:sldMkLst>
        <pc:spChg chg="mod">
          <ac:chgData name="Greens Technology" userId="e0fe6197c28cab4d" providerId="LiveId" clId="{B533099A-3149-4BAB-8822-E506BDF0B4AC}" dt="2020-08-30T21:04:40.511" v="149" actId="1076"/>
          <ac:spMkLst>
            <pc:docMk/>
            <pc:sldMk cId="542002119" sldId="279"/>
            <ac:spMk id="2" creationId="{59F9B27B-FD22-46EE-B557-4A311E417266}"/>
          </ac:spMkLst>
        </pc:spChg>
        <pc:spChg chg="mod">
          <ac:chgData name="Greens Technology" userId="e0fe6197c28cab4d" providerId="LiveId" clId="{B533099A-3149-4BAB-8822-E506BDF0B4AC}" dt="2020-08-30T21:04:45.552" v="150" actId="1076"/>
          <ac:spMkLst>
            <pc:docMk/>
            <pc:sldMk cId="542002119" sldId="279"/>
            <ac:spMk id="3" creationId="{B506DEA5-D0CB-4633-BBC9-FB7EBA3151C1}"/>
          </ac:spMkLst>
        </pc:spChg>
        <pc:spChg chg="add mod">
          <ac:chgData name="Greens Technology" userId="e0fe6197c28cab4d" providerId="LiveId" clId="{B533099A-3149-4BAB-8822-E506BDF0B4AC}" dt="2020-08-30T21:04:56.347" v="152" actId="1076"/>
          <ac:spMkLst>
            <pc:docMk/>
            <pc:sldMk cId="542002119" sldId="279"/>
            <ac:spMk id="6" creationId="{6EAC937B-E1C2-4D44-9A17-3CA8E944259B}"/>
          </ac:spMkLst>
        </pc:spChg>
        <pc:spChg chg="add mod">
          <ac:chgData name="Greens Technology" userId="e0fe6197c28cab4d" providerId="LiveId" clId="{B533099A-3149-4BAB-8822-E506BDF0B4AC}" dt="2020-08-30T21:04:25.716" v="145" actId="1076"/>
          <ac:spMkLst>
            <pc:docMk/>
            <pc:sldMk cId="542002119" sldId="279"/>
            <ac:spMk id="7" creationId="{34A035C8-B199-4733-A1B6-5400570CD63C}"/>
          </ac:spMkLst>
        </pc:spChg>
      </pc:sldChg>
      <pc:sldChg chg="addSp delSp modSp new mod">
        <pc:chgData name="Greens Technology" userId="e0fe6197c28cab4d" providerId="LiveId" clId="{B533099A-3149-4BAB-8822-E506BDF0B4AC}" dt="2020-08-30T21:00:08.177" v="102" actId="20577"/>
        <pc:sldMkLst>
          <pc:docMk/>
          <pc:sldMk cId="852548554" sldId="280"/>
        </pc:sldMkLst>
        <pc:spChg chg="mod">
          <ac:chgData name="Greens Technology" userId="e0fe6197c28cab4d" providerId="LiveId" clId="{B533099A-3149-4BAB-8822-E506BDF0B4AC}" dt="2020-08-30T20:57:38.638" v="76" actId="20577"/>
          <ac:spMkLst>
            <pc:docMk/>
            <pc:sldMk cId="852548554" sldId="280"/>
            <ac:spMk id="2" creationId="{6DAC8384-AA6B-4609-9824-1C5D2EAA95CE}"/>
          </ac:spMkLst>
        </pc:spChg>
        <pc:spChg chg="del mod">
          <ac:chgData name="Greens Technology" userId="e0fe6197c28cab4d" providerId="LiveId" clId="{B533099A-3149-4BAB-8822-E506BDF0B4AC}" dt="2020-08-30T20:56:50.572" v="52" actId="478"/>
          <ac:spMkLst>
            <pc:docMk/>
            <pc:sldMk cId="852548554" sldId="280"/>
            <ac:spMk id="3" creationId="{7176D6A2-B66B-487B-964D-0F9470E95363}"/>
          </ac:spMkLst>
        </pc:spChg>
        <pc:spChg chg="add mod">
          <ac:chgData name="Greens Technology" userId="e0fe6197c28cab4d" providerId="LiveId" clId="{B533099A-3149-4BAB-8822-E506BDF0B4AC}" dt="2020-08-30T21:00:08.177" v="102" actId="20577"/>
          <ac:spMkLst>
            <pc:docMk/>
            <pc:sldMk cId="852548554" sldId="280"/>
            <ac:spMk id="6" creationId="{76B46FBD-905C-43D6-909A-D7E0EEF370A3}"/>
          </ac:spMkLst>
        </pc:spChg>
        <pc:spChg chg="add mod">
          <ac:chgData name="Greens Technology" userId="e0fe6197c28cab4d" providerId="LiveId" clId="{B533099A-3149-4BAB-8822-E506BDF0B4AC}" dt="2020-08-30T20:57:40.957" v="78" actId="20577"/>
          <ac:spMkLst>
            <pc:docMk/>
            <pc:sldMk cId="852548554" sldId="280"/>
            <ac:spMk id="7" creationId="{C37CE398-323F-42B6-BA26-29AE809868A8}"/>
          </ac:spMkLst>
        </pc:spChg>
      </pc:sldChg>
      <pc:sldChg chg="addSp modSp new del mod">
        <pc:chgData name="Greens Technology" userId="e0fe6197c28cab4d" providerId="LiveId" clId="{B533099A-3149-4BAB-8822-E506BDF0B4AC}" dt="2020-08-30T21:03:55.446" v="141" actId="2696"/>
        <pc:sldMkLst>
          <pc:docMk/>
          <pc:sldMk cId="1115610497" sldId="281"/>
        </pc:sldMkLst>
        <pc:spChg chg="mod">
          <ac:chgData name="Greens Technology" userId="e0fe6197c28cab4d" providerId="LiveId" clId="{B533099A-3149-4BAB-8822-E506BDF0B4AC}" dt="2020-08-30T21:03:31.051" v="140" actId="403"/>
          <ac:spMkLst>
            <pc:docMk/>
            <pc:sldMk cId="1115610497" sldId="281"/>
            <ac:spMk id="2" creationId="{5A67149A-5C56-438B-8BFA-E2DEEA96D326}"/>
          </ac:spMkLst>
        </pc:spChg>
        <pc:spChg chg="mod">
          <ac:chgData name="Greens Technology" userId="e0fe6197c28cab4d" providerId="LiveId" clId="{B533099A-3149-4BAB-8822-E506BDF0B4AC}" dt="2020-08-30T21:03:08.170" v="137" actId="20577"/>
          <ac:spMkLst>
            <pc:docMk/>
            <pc:sldMk cId="1115610497" sldId="281"/>
            <ac:spMk id="3" creationId="{39B2F4BA-BBA2-4309-B9C0-F8DE41301974}"/>
          </ac:spMkLst>
        </pc:spChg>
        <pc:spChg chg="add mod">
          <ac:chgData name="Greens Technology" userId="e0fe6197c28cab4d" providerId="LiveId" clId="{B533099A-3149-4BAB-8822-E506BDF0B4AC}" dt="2020-08-30T21:02:05.375" v="115" actId="14100"/>
          <ac:spMkLst>
            <pc:docMk/>
            <pc:sldMk cId="1115610497" sldId="281"/>
            <ac:spMk id="5" creationId="{36046745-6063-4E19-9BB4-A463ECCD0519}"/>
          </ac:spMkLst>
        </pc:spChg>
      </pc:sldChg>
      <pc:sldChg chg="add">
        <pc:chgData name="Greens Technology" userId="e0fe6197c28cab4d" providerId="LiveId" clId="{B533099A-3149-4BAB-8822-E506BDF0B4AC}" dt="2020-08-30T21:04:01.519" v="142"/>
        <pc:sldMkLst>
          <pc:docMk/>
          <pc:sldMk cId="1712374819" sldId="281"/>
        </pc:sldMkLst>
      </pc:sldChg>
      <pc:sldChg chg="new del">
        <pc:chgData name="Greens Technology" userId="e0fe6197c28cab4d" providerId="LiveId" clId="{B533099A-3149-4BAB-8822-E506BDF0B4AC}" dt="2020-08-30T21:01:56.607" v="114" actId="2696"/>
        <pc:sldMkLst>
          <pc:docMk/>
          <pc:sldMk cId="677070190" sldId="282"/>
        </pc:sldMkLst>
      </pc:sldChg>
      <pc:sldChg chg="add">
        <pc:chgData name="Greens Technology" userId="e0fe6197c28cab4d" providerId="LiveId" clId="{B533099A-3149-4BAB-8822-E506BDF0B4AC}" dt="2020-08-30T21:01:44.923" v="113"/>
        <pc:sldMkLst>
          <pc:docMk/>
          <pc:sldMk cId="0" sldId="355"/>
        </pc:sldMkLst>
      </pc:sldChg>
    </pc:docChg>
  </pc:docChgLst>
  <pc:docChgLst>
    <pc:chgData name="Greens Technology" userId="e0fe6197c28cab4d" providerId="LiveId" clId="{67B22585-F9CA-409B-AFE7-DF0F72FA69A4}"/>
    <pc:docChg chg="undo custSel addSld delSld modSld">
      <pc:chgData name="Greens Technology" userId="e0fe6197c28cab4d" providerId="LiveId" clId="{67B22585-F9CA-409B-AFE7-DF0F72FA69A4}" dt="2020-08-02T23:19:35.115" v="36" actId="47"/>
      <pc:docMkLst>
        <pc:docMk/>
      </pc:docMkLst>
      <pc:sldChg chg="delSp mod">
        <pc:chgData name="Greens Technology" userId="e0fe6197c28cab4d" providerId="LiveId" clId="{67B22585-F9CA-409B-AFE7-DF0F72FA69A4}" dt="2020-07-28T23:24:08.055" v="11" actId="478"/>
        <pc:sldMkLst>
          <pc:docMk/>
          <pc:sldMk cId="848277181" sldId="266"/>
        </pc:sldMkLst>
        <pc:spChg chg="del">
          <ac:chgData name="Greens Technology" userId="e0fe6197c28cab4d" providerId="LiveId" clId="{67B22585-F9CA-409B-AFE7-DF0F72FA69A4}" dt="2020-07-28T23:24:05.611" v="10" actId="478"/>
          <ac:spMkLst>
            <pc:docMk/>
            <pc:sldMk cId="848277181" sldId="266"/>
            <ac:spMk id="3" creationId="{7D64EECE-959D-459E-BAFC-4E6C13A0DE32}"/>
          </ac:spMkLst>
        </pc:spChg>
        <pc:grpChg chg="del">
          <ac:chgData name="Greens Technology" userId="e0fe6197c28cab4d" providerId="LiveId" clId="{67B22585-F9CA-409B-AFE7-DF0F72FA69A4}" dt="2020-07-28T23:24:08.055" v="11" actId="478"/>
          <ac:grpSpMkLst>
            <pc:docMk/>
            <pc:sldMk cId="848277181" sldId="266"/>
            <ac:grpSpMk id="27" creationId="{185941C3-F2C4-4ED9-8CCB-E54367B26F03}"/>
          </ac:grpSpMkLst>
        </pc:grpChg>
      </pc:sldChg>
      <pc:sldChg chg="addSp delSp modSp new del mod">
        <pc:chgData name="Greens Technology" userId="e0fe6197c28cab4d" providerId="LiveId" clId="{67B22585-F9CA-409B-AFE7-DF0F72FA69A4}" dt="2020-07-28T23:23:59.355" v="9" actId="2696"/>
        <pc:sldMkLst>
          <pc:docMk/>
          <pc:sldMk cId="30772304" sldId="279"/>
        </pc:sldMkLst>
        <pc:picChg chg="add">
          <ac:chgData name="Greens Technology" userId="e0fe6197c28cab4d" providerId="LiveId" clId="{67B22585-F9CA-409B-AFE7-DF0F72FA69A4}" dt="2020-07-28T23:21:03.035" v="8" actId="22"/>
          <ac:picMkLst>
            <pc:docMk/>
            <pc:sldMk cId="30772304" sldId="279"/>
            <ac:picMk id="5" creationId="{3CBCCCBA-4147-4835-9C40-404B4A767B4C}"/>
          </ac:picMkLst>
        </pc:picChg>
        <pc:picChg chg="add del">
          <ac:chgData name="Greens Technology" userId="e0fe6197c28cab4d" providerId="LiveId" clId="{67B22585-F9CA-409B-AFE7-DF0F72FA69A4}" dt="2020-07-28T23:19:01.376" v="2" actId="478"/>
          <ac:picMkLst>
            <pc:docMk/>
            <pc:sldMk cId="30772304" sldId="279"/>
            <ac:picMk id="1026" creationId="{17F09766-64C7-4DCD-A118-F899118D151D}"/>
          </ac:picMkLst>
        </pc:picChg>
        <pc:picChg chg="add del">
          <ac:chgData name="Greens Technology" userId="e0fe6197c28cab4d" providerId="LiveId" clId="{67B22585-F9CA-409B-AFE7-DF0F72FA69A4}" dt="2020-07-28T23:20:46.282" v="4" actId="478"/>
          <ac:picMkLst>
            <pc:docMk/>
            <pc:sldMk cId="30772304" sldId="279"/>
            <ac:picMk id="1028" creationId="{1B58B250-1267-433B-A6AE-4A8DBF54E2C1}"/>
          </ac:picMkLst>
        </pc:picChg>
        <pc:picChg chg="add del mod">
          <ac:chgData name="Greens Technology" userId="e0fe6197c28cab4d" providerId="LiveId" clId="{67B22585-F9CA-409B-AFE7-DF0F72FA69A4}" dt="2020-07-28T23:21:01.625" v="7" actId="21"/>
          <ac:picMkLst>
            <pc:docMk/>
            <pc:sldMk cId="30772304" sldId="279"/>
            <ac:picMk id="1030" creationId="{BF350703-7786-4538-AE60-B4B3DC052DEC}"/>
          </ac:picMkLst>
        </pc:picChg>
      </pc:sldChg>
      <pc:sldChg chg="addSp delSp modSp new del mod modClrScheme chgLayout">
        <pc:chgData name="Greens Technology" userId="e0fe6197c28cab4d" providerId="LiveId" clId="{67B22585-F9CA-409B-AFE7-DF0F72FA69A4}" dt="2020-08-02T23:19:30.200" v="35" actId="47"/>
        <pc:sldMkLst>
          <pc:docMk/>
          <pc:sldMk cId="3953509160" sldId="279"/>
        </pc:sldMkLst>
        <pc:spChg chg="del">
          <ac:chgData name="Greens Technology" userId="e0fe6197c28cab4d" providerId="LiveId" clId="{67B22585-F9CA-409B-AFE7-DF0F72FA69A4}" dt="2020-08-02T21:13:23.191" v="13"/>
          <ac:spMkLst>
            <pc:docMk/>
            <pc:sldMk cId="3953509160" sldId="279"/>
            <ac:spMk id="2" creationId="{8A1B29BF-BB91-400A-9487-DA9339BD843B}"/>
          </ac:spMkLst>
        </pc:spChg>
        <pc:spChg chg="del">
          <ac:chgData name="Greens Technology" userId="e0fe6197c28cab4d" providerId="LiveId" clId="{67B22585-F9CA-409B-AFE7-DF0F72FA69A4}" dt="2020-08-02T21:13:23.191" v="13"/>
          <ac:spMkLst>
            <pc:docMk/>
            <pc:sldMk cId="3953509160" sldId="279"/>
            <ac:spMk id="3" creationId="{2C376FE8-7A79-4CBF-9084-620DB44AB473}"/>
          </ac:spMkLst>
        </pc:spChg>
        <pc:spChg chg="mod ord">
          <ac:chgData name="Greens Technology" userId="e0fe6197c28cab4d" providerId="LiveId" clId="{67B22585-F9CA-409B-AFE7-DF0F72FA69A4}" dt="2020-08-02T21:13:38.774" v="15" actId="700"/>
          <ac:spMkLst>
            <pc:docMk/>
            <pc:sldMk cId="3953509160" sldId="279"/>
            <ac:spMk id="4" creationId="{C32453B2-8980-4A0E-ACFB-38C9F23E5A0F}"/>
          </ac:spMkLst>
        </pc:spChg>
        <pc:spChg chg="add del mod">
          <ac:chgData name="Greens Technology" userId="e0fe6197c28cab4d" providerId="LiveId" clId="{67B22585-F9CA-409B-AFE7-DF0F72FA69A4}" dt="2020-08-02T21:13:23.191" v="13"/>
          <ac:spMkLst>
            <pc:docMk/>
            <pc:sldMk cId="3953509160" sldId="279"/>
            <ac:spMk id="5" creationId="{E0859AA8-2AB2-4ED5-A0C5-16CDC9FF9DB2}"/>
          </ac:spMkLst>
        </pc:spChg>
        <pc:spChg chg="add del mod">
          <ac:chgData name="Greens Technology" userId="e0fe6197c28cab4d" providerId="LiveId" clId="{67B22585-F9CA-409B-AFE7-DF0F72FA69A4}" dt="2020-08-02T21:14:08.364" v="20" actId="478"/>
          <ac:spMkLst>
            <pc:docMk/>
            <pc:sldMk cId="3953509160" sldId="279"/>
            <ac:spMk id="6" creationId="{A1EF7B2D-BEB2-4933-849D-22D64088EF8F}"/>
          </ac:spMkLst>
        </pc:spChg>
        <pc:spChg chg="add del mod">
          <ac:chgData name="Greens Technology" userId="e0fe6197c28cab4d" providerId="LiveId" clId="{67B22585-F9CA-409B-AFE7-DF0F72FA69A4}" dt="2020-08-02T21:14:11.514" v="21" actId="478"/>
          <ac:spMkLst>
            <pc:docMk/>
            <pc:sldMk cId="3953509160" sldId="279"/>
            <ac:spMk id="7" creationId="{9FC90CE2-AB86-465A-8193-7F778F0CDF83}"/>
          </ac:spMkLst>
        </pc:spChg>
        <pc:picChg chg="add mod">
          <ac:chgData name="Greens Technology" userId="e0fe6197c28cab4d" providerId="LiveId" clId="{67B22585-F9CA-409B-AFE7-DF0F72FA69A4}" dt="2020-08-02T21:14:15.494" v="22" actId="1076"/>
          <ac:picMkLst>
            <pc:docMk/>
            <pc:sldMk cId="3953509160" sldId="279"/>
            <ac:picMk id="9" creationId="{47A2E2F0-460E-44E7-8970-2AA60BFDE0A3}"/>
          </ac:picMkLst>
        </pc:picChg>
      </pc:sldChg>
      <pc:sldChg chg="addSp delSp modSp new del mod">
        <pc:chgData name="Greens Technology" userId="e0fe6197c28cab4d" providerId="LiveId" clId="{67B22585-F9CA-409B-AFE7-DF0F72FA69A4}" dt="2020-08-02T23:19:35.115" v="36" actId="47"/>
        <pc:sldMkLst>
          <pc:docMk/>
          <pc:sldMk cId="1885090660" sldId="280"/>
        </pc:sldMkLst>
        <pc:spChg chg="add del mod">
          <ac:chgData name="Greens Technology" userId="e0fe6197c28cab4d" providerId="LiveId" clId="{67B22585-F9CA-409B-AFE7-DF0F72FA69A4}" dt="2020-08-02T21:19:08.362" v="27" actId="478"/>
          <ac:spMkLst>
            <pc:docMk/>
            <pc:sldMk cId="1885090660" sldId="280"/>
            <ac:spMk id="5" creationId="{B3761D39-EAA2-4AE5-8A06-F775D83427D0}"/>
          </ac:spMkLst>
        </pc:spChg>
        <pc:spChg chg="add del mod">
          <ac:chgData name="Greens Technology" userId="e0fe6197c28cab4d" providerId="LiveId" clId="{67B22585-F9CA-409B-AFE7-DF0F72FA69A4}" dt="2020-08-02T21:19:10.891" v="29"/>
          <ac:spMkLst>
            <pc:docMk/>
            <pc:sldMk cId="1885090660" sldId="280"/>
            <ac:spMk id="6" creationId="{994C0BB8-B677-4703-B3D9-45FEAB1D2EF1}"/>
          </ac:spMkLst>
        </pc:spChg>
        <pc:spChg chg="add del mod">
          <ac:chgData name="Greens Technology" userId="e0fe6197c28cab4d" providerId="LiveId" clId="{67B22585-F9CA-409B-AFE7-DF0F72FA69A4}" dt="2020-08-02T21:19:51.402" v="31" actId="478"/>
          <ac:spMkLst>
            <pc:docMk/>
            <pc:sldMk cId="1885090660" sldId="280"/>
            <ac:spMk id="7" creationId="{D55CC314-36E8-462A-9D57-E2DA8F2715C2}"/>
          </ac:spMkLst>
        </pc:spChg>
        <pc:spChg chg="add del mod">
          <ac:chgData name="Greens Technology" userId="e0fe6197c28cab4d" providerId="LiveId" clId="{67B22585-F9CA-409B-AFE7-DF0F72FA69A4}" dt="2020-08-02T21:21:30.652" v="34" actId="478"/>
          <ac:spMkLst>
            <pc:docMk/>
            <pc:sldMk cId="1885090660" sldId="280"/>
            <ac:spMk id="8" creationId="{530D0759-96AD-4B6C-8CC2-35DE71F56B81}"/>
          </ac:spMkLst>
        </pc:spChg>
      </pc:sldChg>
    </pc:docChg>
  </pc:docChgLst>
  <pc:docChgLst>
    <pc:chgData name="Suresh Thiru" userId="4dfdc3749d10ef3d" providerId="LiveId" clId="{33412433-C51C-476A-9D38-EFF0AD2E7CA9}"/>
    <pc:docChg chg="undo custSel addSld delSld modSld">
      <pc:chgData name="Suresh Thiru" userId="4dfdc3749d10ef3d" providerId="LiveId" clId="{33412433-C51C-476A-9D38-EFF0AD2E7CA9}" dt="2021-01-09T15:11:47.813" v="1227" actId="20577"/>
      <pc:docMkLst>
        <pc:docMk/>
      </pc:docMkLst>
      <pc:sldChg chg="addSp delSp mod">
        <pc:chgData name="Suresh Thiru" userId="4dfdc3749d10ef3d" providerId="LiveId" clId="{33412433-C51C-476A-9D38-EFF0AD2E7CA9}" dt="2020-12-25T09:36:09.148" v="225" actId="22"/>
        <pc:sldMkLst>
          <pc:docMk/>
          <pc:sldMk cId="3482574865" sldId="259"/>
        </pc:sldMkLst>
        <pc:picChg chg="add del">
          <ac:chgData name="Suresh Thiru" userId="4dfdc3749d10ef3d" providerId="LiveId" clId="{33412433-C51C-476A-9D38-EFF0AD2E7CA9}" dt="2020-12-25T09:36:08.581" v="224" actId="478"/>
          <ac:picMkLst>
            <pc:docMk/>
            <pc:sldMk cId="3482574865" sldId="259"/>
            <ac:picMk id="3" creationId="{3F7605AD-F55F-4B54-840C-566069D8435E}"/>
          </ac:picMkLst>
        </pc:picChg>
        <pc:picChg chg="add">
          <ac:chgData name="Suresh Thiru" userId="4dfdc3749d10ef3d" providerId="LiveId" clId="{33412433-C51C-476A-9D38-EFF0AD2E7CA9}" dt="2020-12-25T09:36:09.148" v="225" actId="22"/>
          <ac:picMkLst>
            <pc:docMk/>
            <pc:sldMk cId="3482574865" sldId="259"/>
            <ac:picMk id="5" creationId="{B3401391-6556-4ED4-B2B7-734B5383DA42}"/>
          </ac:picMkLst>
        </pc:picChg>
        <pc:picChg chg="del">
          <ac:chgData name="Suresh Thiru" userId="4dfdc3749d10ef3d" providerId="LiveId" clId="{33412433-C51C-476A-9D38-EFF0AD2E7CA9}" dt="2020-12-25T09:34:08.070" v="222" actId="478"/>
          <ac:picMkLst>
            <pc:docMk/>
            <pc:sldMk cId="3482574865" sldId="259"/>
            <ac:picMk id="34" creationId="{DCAA16B5-FB4F-42E6-AC6F-B13094E7951F}"/>
          </ac:picMkLst>
        </pc:picChg>
      </pc:sldChg>
      <pc:sldChg chg="modSp mod">
        <pc:chgData name="Suresh Thiru" userId="4dfdc3749d10ef3d" providerId="LiveId" clId="{33412433-C51C-476A-9D38-EFF0AD2E7CA9}" dt="2020-12-25T09:36:43.206" v="229" actId="1076"/>
        <pc:sldMkLst>
          <pc:docMk/>
          <pc:sldMk cId="308759900" sldId="272"/>
        </pc:sldMkLst>
        <pc:picChg chg="mod">
          <ac:chgData name="Suresh Thiru" userId="4dfdc3749d10ef3d" providerId="LiveId" clId="{33412433-C51C-476A-9D38-EFF0AD2E7CA9}" dt="2020-12-25T09:36:40.788" v="228" actId="1076"/>
          <ac:picMkLst>
            <pc:docMk/>
            <pc:sldMk cId="308759900" sldId="272"/>
            <ac:picMk id="5" creationId="{C215A2BD-4A92-4531-94B4-90477884FC57}"/>
          </ac:picMkLst>
        </pc:picChg>
        <pc:picChg chg="mod">
          <ac:chgData name="Suresh Thiru" userId="4dfdc3749d10ef3d" providerId="LiveId" clId="{33412433-C51C-476A-9D38-EFF0AD2E7CA9}" dt="2020-12-25T09:36:43.206" v="229" actId="1076"/>
          <ac:picMkLst>
            <pc:docMk/>
            <pc:sldMk cId="308759900" sldId="272"/>
            <ac:picMk id="8" creationId="{70815998-5BF7-404D-BBCC-644F3277CAD1}"/>
          </ac:picMkLst>
        </pc:picChg>
        <pc:picChg chg="mod">
          <ac:chgData name="Suresh Thiru" userId="4dfdc3749d10ef3d" providerId="LiveId" clId="{33412433-C51C-476A-9D38-EFF0AD2E7CA9}" dt="2020-12-25T09:36:33.943" v="227" actId="1076"/>
          <ac:picMkLst>
            <pc:docMk/>
            <pc:sldMk cId="308759900" sldId="272"/>
            <ac:picMk id="8194" creationId="{288DED29-2BA5-4277-A2E5-906189D931BC}"/>
          </ac:picMkLst>
        </pc:picChg>
      </pc:sldChg>
      <pc:sldChg chg="modSp new mod">
        <pc:chgData name="Suresh Thiru" userId="4dfdc3749d10ef3d" providerId="LiveId" clId="{33412433-C51C-476A-9D38-EFF0AD2E7CA9}" dt="2020-12-25T10:54:08.781" v="593" actId="1076"/>
        <pc:sldMkLst>
          <pc:docMk/>
          <pc:sldMk cId="1690938866" sldId="357"/>
        </pc:sldMkLst>
        <pc:spChg chg="mod">
          <ac:chgData name="Suresh Thiru" userId="4dfdc3749d10ef3d" providerId="LiveId" clId="{33412433-C51C-476A-9D38-EFF0AD2E7CA9}" dt="2020-12-25T10:54:08.781" v="593" actId="1076"/>
          <ac:spMkLst>
            <pc:docMk/>
            <pc:sldMk cId="1690938866" sldId="357"/>
            <ac:spMk id="2" creationId="{2D52E16B-C23E-4938-B373-6E3428414A0A}"/>
          </ac:spMkLst>
        </pc:spChg>
        <pc:spChg chg="mod">
          <ac:chgData name="Suresh Thiru" userId="4dfdc3749d10ef3d" providerId="LiveId" clId="{33412433-C51C-476A-9D38-EFF0AD2E7CA9}" dt="2020-12-24T14:45:57.549" v="28"/>
          <ac:spMkLst>
            <pc:docMk/>
            <pc:sldMk cId="1690938866" sldId="357"/>
            <ac:spMk id="3" creationId="{EFDA10AB-7CD0-4205-AF2D-E4A9B1FE9F40}"/>
          </ac:spMkLst>
        </pc:spChg>
      </pc:sldChg>
      <pc:sldChg chg="modSp new mod">
        <pc:chgData name="Suresh Thiru" userId="4dfdc3749d10ef3d" providerId="LiveId" clId="{33412433-C51C-476A-9D38-EFF0AD2E7CA9}" dt="2020-12-25T10:44:09.847" v="592" actId="1076"/>
        <pc:sldMkLst>
          <pc:docMk/>
          <pc:sldMk cId="2440681589" sldId="358"/>
        </pc:sldMkLst>
        <pc:spChg chg="mod">
          <ac:chgData name="Suresh Thiru" userId="4dfdc3749d10ef3d" providerId="LiveId" clId="{33412433-C51C-476A-9D38-EFF0AD2E7CA9}" dt="2020-12-25T10:44:01.211" v="590" actId="1076"/>
          <ac:spMkLst>
            <pc:docMk/>
            <pc:sldMk cId="2440681589" sldId="358"/>
            <ac:spMk id="2" creationId="{BC0D6569-2050-4944-A7AD-DD248368F058}"/>
          </ac:spMkLst>
        </pc:spChg>
        <pc:spChg chg="mod">
          <ac:chgData name="Suresh Thiru" userId="4dfdc3749d10ef3d" providerId="LiveId" clId="{33412433-C51C-476A-9D38-EFF0AD2E7CA9}" dt="2020-12-25T10:44:09.847" v="592" actId="1076"/>
          <ac:spMkLst>
            <pc:docMk/>
            <pc:sldMk cId="2440681589" sldId="358"/>
            <ac:spMk id="3" creationId="{0587104C-B45E-48DC-BFEE-F3CF6A95A43E}"/>
          </ac:spMkLst>
        </pc:spChg>
      </pc:sldChg>
      <pc:sldChg chg="addSp delSp modSp new mod">
        <pc:chgData name="Suresh Thiru" userId="4dfdc3749d10ef3d" providerId="LiveId" clId="{33412433-C51C-476A-9D38-EFF0AD2E7CA9}" dt="2020-12-25T12:40:25.208" v="785" actId="1076"/>
        <pc:sldMkLst>
          <pc:docMk/>
          <pc:sldMk cId="3250692573" sldId="359"/>
        </pc:sldMkLst>
        <pc:spChg chg="mod">
          <ac:chgData name="Suresh Thiru" userId="4dfdc3749d10ef3d" providerId="LiveId" clId="{33412433-C51C-476A-9D38-EFF0AD2E7CA9}" dt="2020-12-25T12:05:04.977" v="720" actId="20577"/>
          <ac:spMkLst>
            <pc:docMk/>
            <pc:sldMk cId="3250692573" sldId="359"/>
            <ac:spMk id="2" creationId="{CC158390-2C70-4015-BECD-A23ECB68584C}"/>
          </ac:spMkLst>
        </pc:spChg>
        <pc:spChg chg="add del mod">
          <ac:chgData name="Suresh Thiru" userId="4dfdc3749d10ef3d" providerId="LiveId" clId="{33412433-C51C-476A-9D38-EFF0AD2E7CA9}" dt="2020-12-25T12:40:20.606" v="784" actId="1076"/>
          <ac:spMkLst>
            <pc:docMk/>
            <pc:sldMk cId="3250692573" sldId="359"/>
            <ac:spMk id="3" creationId="{288FCCAB-13C1-4C99-BAF5-5CC1002D74EB}"/>
          </ac:spMkLst>
        </pc:spChg>
        <pc:spChg chg="add mod">
          <ac:chgData name="Suresh Thiru" userId="4dfdc3749d10ef3d" providerId="LiveId" clId="{33412433-C51C-476A-9D38-EFF0AD2E7CA9}" dt="2020-12-25T11:56:45.698" v="678" actId="21"/>
          <ac:spMkLst>
            <pc:docMk/>
            <pc:sldMk cId="3250692573" sldId="359"/>
            <ac:spMk id="5" creationId="{64FFCF21-04E1-48CA-AC4D-0359A4DBB66E}"/>
          </ac:spMkLst>
        </pc:spChg>
        <pc:spChg chg="add del">
          <ac:chgData name="Suresh Thiru" userId="4dfdc3749d10ef3d" providerId="LiveId" clId="{33412433-C51C-476A-9D38-EFF0AD2E7CA9}" dt="2020-12-25T12:01:42.322" v="698" actId="478"/>
          <ac:spMkLst>
            <pc:docMk/>
            <pc:sldMk cId="3250692573" sldId="359"/>
            <ac:spMk id="6" creationId="{2F8A387A-5AF6-439A-BF08-50DD5C7DE0F1}"/>
          </ac:spMkLst>
        </pc:spChg>
        <pc:spChg chg="add del mod">
          <ac:chgData name="Suresh Thiru" userId="4dfdc3749d10ef3d" providerId="LiveId" clId="{33412433-C51C-476A-9D38-EFF0AD2E7CA9}" dt="2020-12-25T12:01:37.532" v="697" actId="478"/>
          <ac:spMkLst>
            <pc:docMk/>
            <pc:sldMk cId="3250692573" sldId="359"/>
            <ac:spMk id="7" creationId="{2CD2AC2C-6A39-416F-B213-1A7F52965643}"/>
          </ac:spMkLst>
        </pc:spChg>
        <pc:picChg chg="add mod">
          <ac:chgData name="Suresh Thiru" userId="4dfdc3749d10ef3d" providerId="LiveId" clId="{33412433-C51C-476A-9D38-EFF0AD2E7CA9}" dt="2020-12-25T12:40:25.208" v="785" actId="1076"/>
          <ac:picMkLst>
            <pc:docMk/>
            <pc:sldMk cId="3250692573" sldId="359"/>
            <ac:picMk id="9" creationId="{5BBC55E1-C39A-41D6-9E21-3A1ADE375660}"/>
          </ac:picMkLst>
        </pc:picChg>
        <pc:picChg chg="add mod">
          <ac:chgData name="Suresh Thiru" userId="4dfdc3749d10ef3d" providerId="LiveId" clId="{33412433-C51C-476A-9D38-EFF0AD2E7CA9}" dt="2020-12-25T12:40:13.639" v="783" actId="14100"/>
          <ac:picMkLst>
            <pc:docMk/>
            <pc:sldMk cId="3250692573" sldId="359"/>
            <ac:picMk id="3076" creationId="{074E97BF-628F-41F7-9401-B8FD8F239DFC}"/>
          </ac:picMkLst>
        </pc:picChg>
      </pc:sldChg>
      <pc:sldChg chg="modSp new del mod">
        <pc:chgData name="Suresh Thiru" userId="4dfdc3749d10ef3d" providerId="LiveId" clId="{33412433-C51C-476A-9D38-EFF0AD2E7CA9}" dt="2020-12-27T11:35:58.211" v="957" actId="2696"/>
        <pc:sldMkLst>
          <pc:docMk/>
          <pc:sldMk cId="301998619" sldId="360"/>
        </pc:sldMkLst>
        <pc:spChg chg="mod">
          <ac:chgData name="Suresh Thiru" userId="4dfdc3749d10ef3d" providerId="LiveId" clId="{33412433-C51C-476A-9D38-EFF0AD2E7CA9}" dt="2020-12-24T15:52:35.790" v="46"/>
          <ac:spMkLst>
            <pc:docMk/>
            <pc:sldMk cId="301998619" sldId="360"/>
            <ac:spMk id="2" creationId="{F6520B77-C967-43D6-824D-2BEA39C86912}"/>
          </ac:spMkLst>
        </pc:spChg>
      </pc:sldChg>
      <pc:sldChg chg="modSp add del mod">
        <pc:chgData name="Suresh Thiru" userId="4dfdc3749d10ef3d" providerId="LiveId" clId="{33412433-C51C-476A-9D38-EFF0AD2E7CA9}" dt="2020-12-27T11:36:21.974" v="994" actId="2696"/>
        <pc:sldMkLst>
          <pc:docMk/>
          <pc:sldMk cId="2829041780" sldId="360"/>
        </pc:sldMkLst>
        <pc:spChg chg="mod">
          <ac:chgData name="Suresh Thiru" userId="4dfdc3749d10ef3d" providerId="LiveId" clId="{33412433-C51C-476A-9D38-EFF0AD2E7CA9}" dt="2020-12-27T11:36:15.086" v="993" actId="20577"/>
          <ac:spMkLst>
            <pc:docMk/>
            <pc:sldMk cId="2829041780" sldId="360"/>
            <ac:spMk id="2" creationId="{F6520B77-C967-43D6-824D-2BEA39C86912}"/>
          </ac:spMkLst>
        </pc:spChg>
      </pc:sldChg>
      <pc:sldChg chg="addSp delSp modSp add mod">
        <pc:chgData name="Suresh Thiru" userId="4dfdc3749d10ef3d" providerId="LiveId" clId="{33412433-C51C-476A-9D38-EFF0AD2E7CA9}" dt="2020-12-27T11:42:17.069" v="1055" actId="14100"/>
        <pc:sldMkLst>
          <pc:docMk/>
          <pc:sldMk cId="3537176775" sldId="360"/>
        </pc:sldMkLst>
        <pc:spChg chg="mod">
          <ac:chgData name="Suresh Thiru" userId="4dfdc3749d10ef3d" providerId="LiveId" clId="{33412433-C51C-476A-9D38-EFF0AD2E7CA9}" dt="2020-12-27T11:36:32.005" v="1011" actId="20577"/>
          <ac:spMkLst>
            <pc:docMk/>
            <pc:sldMk cId="3537176775" sldId="360"/>
            <ac:spMk id="2" creationId="{F6520B77-C967-43D6-824D-2BEA39C86912}"/>
          </ac:spMkLst>
        </pc:spChg>
        <pc:spChg chg="del">
          <ac:chgData name="Suresh Thiru" userId="4dfdc3749d10ef3d" providerId="LiveId" clId="{33412433-C51C-476A-9D38-EFF0AD2E7CA9}" dt="2020-12-27T11:38:12.516" v="1016"/>
          <ac:spMkLst>
            <pc:docMk/>
            <pc:sldMk cId="3537176775" sldId="360"/>
            <ac:spMk id="3" creationId="{D0145984-DAD6-4F36-970C-0D2AC61A94A0}"/>
          </ac:spMkLst>
        </pc:spChg>
        <pc:spChg chg="add mod">
          <ac:chgData name="Suresh Thiru" userId="4dfdc3749d10ef3d" providerId="LiveId" clId="{33412433-C51C-476A-9D38-EFF0AD2E7CA9}" dt="2020-12-27T11:42:17.069" v="1055" actId="14100"/>
          <ac:spMkLst>
            <pc:docMk/>
            <pc:sldMk cId="3537176775" sldId="360"/>
            <ac:spMk id="6" creationId="{BD3CC7A6-F807-4B86-B311-4E5C2D860722}"/>
          </ac:spMkLst>
        </pc:spChg>
        <pc:graphicFrameChg chg="add mod modGraphic">
          <ac:chgData name="Suresh Thiru" userId="4dfdc3749d10ef3d" providerId="LiveId" clId="{33412433-C51C-476A-9D38-EFF0AD2E7CA9}" dt="2020-12-27T11:40:18.864" v="1027" actId="207"/>
          <ac:graphicFrameMkLst>
            <pc:docMk/>
            <pc:sldMk cId="3537176775" sldId="360"/>
            <ac:graphicFrameMk id="5" creationId="{4B51EEAF-628B-482D-9442-513FEFCFEA70}"/>
          </ac:graphicFrameMkLst>
        </pc:graphicFrameChg>
      </pc:sldChg>
      <pc:sldChg chg="addSp modSp new mod">
        <pc:chgData name="Suresh Thiru" userId="4dfdc3749d10ef3d" providerId="LiveId" clId="{33412433-C51C-476A-9D38-EFF0AD2E7CA9}" dt="2020-12-25T12:42:38.824" v="787" actId="1076"/>
        <pc:sldMkLst>
          <pc:docMk/>
          <pc:sldMk cId="1449076292" sldId="361"/>
        </pc:sldMkLst>
        <pc:spChg chg="mod">
          <ac:chgData name="Suresh Thiru" userId="4dfdc3749d10ef3d" providerId="LiveId" clId="{33412433-C51C-476A-9D38-EFF0AD2E7CA9}" dt="2020-12-25T12:42:38.824" v="787" actId="1076"/>
          <ac:spMkLst>
            <pc:docMk/>
            <pc:sldMk cId="1449076292" sldId="361"/>
            <ac:spMk id="2" creationId="{65233BAD-1BCC-41CC-B0BE-FE6CCE6CDFB0}"/>
          </ac:spMkLst>
        </pc:spChg>
        <pc:spChg chg="mod">
          <ac:chgData name="Suresh Thiru" userId="4dfdc3749d10ef3d" providerId="LiveId" clId="{33412433-C51C-476A-9D38-EFF0AD2E7CA9}" dt="2020-12-25T12:39:08.286" v="777" actId="1076"/>
          <ac:spMkLst>
            <pc:docMk/>
            <pc:sldMk cId="1449076292" sldId="361"/>
            <ac:spMk id="3" creationId="{A75A2E7F-C337-428F-BECC-EFD63DF3B208}"/>
          </ac:spMkLst>
        </pc:spChg>
        <pc:spChg chg="add mod">
          <ac:chgData name="Suresh Thiru" userId="4dfdc3749d10ef3d" providerId="LiveId" clId="{33412433-C51C-476A-9D38-EFF0AD2E7CA9}" dt="2020-12-25T12:35:42.309" v="726" actId="21"/>
          <ac:spMkLst>
            <pc:docMk/>
            <pc:sldMk cId="1449076292" sldId="361"/>
            <ac:spMk id="5" creationId="{52196120-3364-4723-A307-40936C33B9C7}"/>
          </ac:spMkLst>
        </pc:spChg>
        <pc:picChg chg="add mod">
          <ac:chgData name="Suresh Thiru" userId="4dfdc3749d10ef3d" providerId="LiveId" clId="{33412433-C51C-476A-9D38-EFF0AD2E7CA9}" dt="2020-12-25T12:42:19.470" v="786" actId="1076"/>
          <ac:picMkLst>
            <pc:docMk/>
            <pc:sldMk cId="1449076292" sldId="361"/>
            <ac:picMk id="7" creationId="{1FE947B7-75F7-4DA4-86CD-DE2CA2C1DC2C}"/>
          </ac:picMkLst>
        </pc:picChg>
      </pc:sldChg>
      <pc:sldChg chg="addSp delSp modSp new del mod">
        <pc:chgData name="Suresh Thiru" userId="4dfdc3749d10ef3d" providerId="LiveId" clId="{33412433-C51C-476A-9D38-EFF0AD2E7CA9}" dt="2020-12-25T12:39:31.717" v="778" actId="2696"/>
        <pc:sldMkLst>
          <pc:docMk/>
          <pc:sldMk cId="207809203" sldId="362"/>
        </pc:sldMkLst>
        <pc:spChg chg="del">
          <ac:chgData name="Suresh Thiru" userId="4dfdc3749d10ef3d" providerId="LiveId" clId="{33412433-C51C-476A-9D38-EFF0AD2E7CA9}" dt="2020-12-24T15:56:40.749" v="64"/>
          <ac:spMkLst>
            <pc:docMk/>
            <pc:sldMk cId="207809203" sldId="362"/>
            <ac:spMk id="3" creationId="{DEF37847-603E-4E17-9F2F-48BBA7A2B6B0}"/>
          </ac:spMkLst>
        </pc:spChg>
        <pc:spChg chg="add mod">
          <ac:chgData name="Suresh Thiru" userId="4dfdc3749d10ef3d" providerId="LiveId" clId="{33412433-C51C-476A-9D38-EFF0AD2E7CA9}" dt="2020-12-24T15:57:11.171" v="67" actId="14100"/>
          <ac:spMkLst>
            <pc:docMk/>
            <pc:sldMk cId="207809203" sldId="362"/>
            <ac:spMk id="5" creationId="{A8E5C713-822F-4DC7-AB00-11238FE09CA2}"/>
          </ac:spMkLst>
        </pc:spChg>
      </pc:sldChg>
      <pc:sldChg chg="add del">
        <pc:chgData name="Suresh Thiru" userId="4dfdc3749d10ef3d" providerId="LiveId" clId="{33412433-C51C-476A-9D38-EFF0AD2E7CA9}" dt="2020-12-25T12:39:51.319" v="780" actId="2696"/>
        <pc:sldMkLst>
          <pc:docMk/>
          <pc:sldMk cId="707810265" sldId="362"/>
        </pc:sldMkLst>
      </pc:sldChg>
      <pc:sldChg chg="addSp delSp modSp new mod">
        <pc:chgData name="Suresh Thiru" userId="4dfdc3749d10ef3d" providerId="LiveId" clId="{33412433-C51C-476A-9D38-EFF0AD2E7CA9}" dt="2020-12-25T10:26:31.378" v="566" actId="1076"/>
        <pc:sldMkLst>
          <pc:docMk/>
          <pc:sldMk cId="1983461710" sldId="363"/>
        </pc:sldMkLst>
        <pc:spChg chg="mod">
          <ac:chgData name="Suresh Thiru" userId="4dfdc3749d10ef3d" providerId="LiveId" clId="{33412433-C51C-476A-9D38-EFF0AD2E7CA9}" dt="2020-12-25T10:26:31.378" v="566" actId="1076"/>
          <ac:spMkLst>
            <pc:docMk/>
            <pc:sldMk cId="1983461710" sldId="363"/>
            <ac:spMk id="2" creationId="{AD947D2D-4B67-4675-9D3D-FB44D8EC5252}"/>
          </ac:spMkLst>
        </pc:spChg>
        <pc:spChg chg="del">
          <ac:chgData name="Suresh Thiru" userId="4dfdc3749d10ef3d" providerId="LiveId" clId="{33412433-C51C-476A-9D38-EFF0AD2E7CA9}" dt="2020-12-25T09:39:44.096" v="270" actId="478"/>
          <ac:spMkLst>
            <pc:docMk/>
            <pc:sldMk cId="1983461710" sldId="363"/>
            <ac:spMk id="3" creationId="{E0784E8E-F309-41EE-9D3A-ACB8C3BA66F2}"/>
          </ac:spMkLst>
        </pc:spChg>
        <pc:graphicFrameChg chg="add mod modGraphic">
          <ac:chgData name="Suresh Thiru" userId="4dfdc3749d10ef3d" providerId="LiveId" clId="{33412433-C51C-476A-9D38-EFF0AD2E7CA9}" dt="2020-12-25T10:26:20.732" v="564" actId="207"/>
          <ac:graphicFrameMkLst>
            <pc:docMk/>
            <pc:sldMk cId="1983461710" sldId="363"/>
            <ac:graphicFrameMk id="5" creationId="{18BA97A4-FD9E-416C-9423-F1E5476C11E5}"/>
          </ac:graphicFrameMkLst>
        </pc:graphicFrameChg>
      </pc:sldChg>
      <pc:sldChg chg="addSp modSp new mod">
        <pc:chgData name="Suresh Thiru" userId="4dfdc3749d10ef3d" providerId="LiveId" clId="{33412433-C51C-476A-9D38-EFF0AD2E7CA9}" dt="2020-12-25T11:14:41.259" v="659" actId="12"/>
        <pc:sldMkLst>
          <pc:docMk/>
          <pc:sldMk cId="2772384490" sldId="364"/>
        </pc:sldMkLst>
        <pc:spChg chg="mod">
          <ac:chgData name="Suresh Thiru" userId="4dfdc3749d10ef3d" providerId="LiveId" clId="{33412433-C51C-476A-9D38-EFF0AD2E7CA9}" dt="2020-12-25T11:08:01.580" v="629" actId="115"/>
          <ac:spMkLst>
            <pc:docMk/>
            <pc:sldMk cId="2772384490" sldId="364"/>
            <ac:spMk id="2" creationId="{7E94C0FF-B932-451D-BD18-F259762DC979}"/>
          </ac:spMkLst>
        </pc:spChg>
        <pc:spChg chg="mod">
          <ac:chgData name="Suresh Thiru" userId="4dfdc3749d10ef3d" providerId="LiveId" clId="{33412433-C51C-476A-9D38-EFF0AD2E7CA9}" dt="2020-12-25T11:14:41.259" v="659" actId="12"/>
          <ac:spMkLst>
            <pc:docMk/>
            <pc:sldMk cId="2772384490" sldId="364"/>
            <ac:spMk id="3" creationId="{90345461-17A1-4270-A52A-5B33AB71F144}"/>
          </ac:spMkLst>
        </pc:spChg>
        <pc:spChg chg="add mod">
          <ac:chgData name="Suresh Thiru" userId="4dfdc3749d10ef3d" providerId="LiveId" clId="{33412433-C51C-476A-9D38-EFF0AD2E7CA9}" dt="2020-12-25T11:11:10.316" v="654" actId="1076"/>
          <ac:spMkLst>
            <pc:docMk/>
            <pc:sldMk cId="2772384490" sldId="364"/>
            <ac:spMk id="5" creationId="{B341D00D-925B-448E-B118-043C7D976E92}"/>
          </ac:spMkLst>
        </pc:spChg>
      </pc:sldChg>
      <pc:sldChg chg="modSp new mod">
        <pc:chgData name="Suresh Thiru" userId="4dfdc3749d10ef3d" providerId="LiveId" clId="{33412433-C51C-476A-9D38-EFF0AD2E7CA9}" dt="2020-12-25T09:19:39.527" v="115" actId="20577"/>
        <pc:sldMkLst>
          <pc:docMk/>
          <pc:sldMk cId="2542265474" sldId="365"/>
        </pc:sldMkLst>
        <pc:spChg chg="mod">
          <ac:chgData name="Suresh Thiru" userId="4dfdc3749d10ef3d" providerId="LiveId" clId="{33412433-C51C-476A-9D38-EFF0AD2E7CA9}" dt="2020-12-25T09:19:02.459" v="91" actId="20577"/>
          <ac:spMkLst>
            <pc:docMk/>
            <pc:sldMk cId="2542265474" sldId="365"/>
            <ac:spMk id="2" creationId="{F2F3BF99-6745-4F40-AF71-717EC8BE73EB}"/>
          </ac:spMkLst>
        </pc:spChg>
        <pc:spChg chg="mod">
          <ac:chgData name="Suresh Thiru" userId="4dfdc3749d10ef3d" providerId="LiveId" clId="{33412433-C51C-476A-9D38-EFF0AD2E7CA9}" dt="2020-12-25T09:19:39.527" v="115" actId="20577"/>
          <ac:spMkLst>
            <pc:docMk/>
            <pc:sldMk cId="2542265474" sldId="365"/>
            <ac:spMk id="3" creationId="{0B6A38C8-1788-48A5-AED4-C7A3F978FCA9}"/>
          </ac:spMkLst>
        </pc:spChg>
      </pc:sldChg>
      <pc:sldChg chg="modSp new mod">
        <pc:chgData name="Suresh Thiru" userId="4dfdc3749d10ef3d" providerId="LiveId" clId="{33412433-C51C-476A-9D38-EFF0AD2E7CA9}" dt="2020-12-27T11:50:19.742" v="1088" actId="20577"/>
        <pc:sldMkLst>
          <pc:docMk/>
          <pc:sldMk cId="2229390595" sldId="366"/>
        </pc:sldMkLst>
        <pc:spChg chg="mod">
          <ac:chgData name="Suresh Thiru" userId="4dfdc3749d10ef3d" providerId="LiveId" clId="{33412433-C51C-476A-9D38-EFF0AD2E7CA9}" dt="2020-12-25T09:19:58.475" v="121" actId="403"/>
          <ac:spMkLst>
            <pc:docMk/>
            <pc:sldMk cId="2229390595" sldId="366"/>
            <ac:spMk id="2" creationId="{11505CFC-35E6-4402-BDC0-F9BBCAFF9E71}"/>
          </ac:spMkLst>
        </pc:spChg>
        <pc:spChg chg="mod">
          <ac:chgData name="Suresh Thiru" userId="4dfdc3749d10ef3d" providerId="LiveId" clId="{33412433-C51C-476A-9D38-EFF0AD2E7CA9}" dt="2020-12-27T11:50:19.742" v="1088" actId="20577"/>
          <ac:spMkLst>
            <pc:docMk/>
            <pc:sldMk cId="2229390595" sldId="366"/>
            <ac:spMk id="3" creationId="{9285E299-A770-4270-87BB-CB42F18D9625}"/>
          </ac:spMkLst>
        </pc:spChg>
      </pc:sldChg>
      <pc:sldChg chg="addSp modSp new mod">
        <pc:chgData name="Suresh Thiru" userId="4dfdc3749d10ef3d" providerId="LiveId" clId="{33412433-C51C-476A-9D38-EFF0AD2E7CA9}" dt="2020-12-27T11:54:49.486" v="1118" actId="14100"/>
        <pc:sldMkLst>
          <pc:docMk/>
          <pc:sldMk cId="1508471722" sldId="367"/>
        </pc:sldMkLst>
        <pc:spChg chg="mod">
          <ac:chgData name="Suresh Thiru" userId="4dfdc3749d10ef3d" providerId="LiveId" clId="{33412433-C51C-476A-9D38-EFF0AD2E7CA9}" dt="2020-12-25T09:20:15.698" v="138" actId="20577"/>
          <ac:spMkLst>
            <pc:docMk/>
            <pc:sldMk cId="1508471722" sldId="367"/>
            <ac:spMk id="2" creationId="{5BBAABBD-9D91-4F6D-8359-FC19C6983677}"/>
          </ac:spMkLst>
        </pc:spChg>
        <pc:spChg chg="mod">
          <ac:chgData name="Suresh Thiru" userId="4dfdc3749d10ef3d" providerId="LiveId" clId="{33412433-C51C-476A-9D38-EFF0AD2E7CA9}" dt="2020-12-27T11:54:49.486" v="1118" actId="14100"/>
          <ac:spMkLst>
            <pc:docMk/>
            <pc:sldMk cId="1508471722" sldId="367"/>
            <ac:spMk id="3" creationId="{346D73D7-25A3-415B-A60F-75C439A66A95}"/>
          </ac:spMkLst>
        </pc:spChg>
        <pc:graphicFrameChg chg="add mod modGraphic">
          <ac:chgData name="Suresh Thiru" userId="4dfdc3749d10ef3d" providerId="LiveId" clId="{33412433-C51C-476A-9D38-EFF0AD2E7CA9}" dt="2020-12-27T11:54:21.287" v="1110" actId="21"/>
          <ac:graphicFrameMkLst>
            <pc:docMk/>
            <pc:sldMk cId="1508471722" sldId="367"/>
            <ac:graphicFrameMk id="5" creationId="{1D0470A5-1C52-491B-BD9B-284EC4B4D358}"/>
          </ac:graphicFrameMkLst>
        </pc:graphicFrameChg>
      </pc:sldChg>
      <pc:sldChg chg="addSp delSp modSp new mod">
        <pc:chgData name="Suresh Thiru" userId="4dfdc3749d10ef3d" providerId="LiveId" clId="{33412433-C51C-476A-9D38-EFF0AD2E7CA9}" dt="2020-12-27T12:06:56.022" v="1154" actId="1036"/>
        <pc:sldMkLst>
          <pc:docMk/>
          <pc:sldMk cId="150513106" sldId="368"/>
        </pc:sldMkLst>
        <pc:spChg chg="mod">
          <ac:chgData name="Suresh Thiru" userId="4dfdc3749d10ef3d" providerId="LiveId" clId="{33412433-C51C-476A-9D38-EFF0AD2E7CA9}" dt="2020-12-27T12:06:56.022" v="1154" actId="1036"/>
          <ac:spMkLst>
            <pc:docMk/>
            <pc:sldMk cId="150513106" sldId="368"/>
            <ac:spMk id="2" creationId="{CA9D300B-6471-429C-8054-F997EA7B5EE0}"/>
          </ac:spMkLst>
        </pc:spChg>
        <pc:spChg chg="del">
          <ac:chgData name="Suresh Thiru" userId="4dfdc3749d10ef3d" providerId="LiveId" clId="{33412433-C51C-476A-9D38-EFF0AD2E7CA9}" dt="2020-12-27T12:06:51.148" v="1143" actId="21"/>
          <ac:spMkLst>
            <pc:docMk/>
            <pc:sldMk cId="150513106" sldId="368"/>
            <ac:spMk id="3" creationId="{9A6AD93D-2747-45AE-8B24-347B2A20DBCB}"/>
          </ac:spMkLst>
        </pc:spChg>
        <pc:picChg chg="add del">
          <ac:chgData name="Suresh Thiru" userId="4dfdc3749d10ef3d" providerId="LiveId" clId="{33412433-C51C-476A-9D38-EFF0AD2E7CA9}" dt="2020-12-27T12:06:33.592" v="1120"/>
          <ac:picMkLst>
            <pc:docMk/>
            <pc:sldMk cId="150513106" sldId="368"/>
            <ac:picMk id="3074" creationId="{740D6B82-BA8B-47AE-A229-2E4F1CD4A592}"/>
          </ac:picMkLst>
        </pc:picChg>
        <pc:picChg chg="add mod">
          <ac:chgData name="Suresh Thiru" userId="4dfdc3749d10ef3d" providerId="LiveId" clId="{33412433-C51C-476A-9D38-EFF0AD2E7CA9}" dt="2020-12-27T12:06:43.656" v="1142" actId="1037"/>
          <ac:picMkLst>
            <pc:docMk/>
            <pc:sldMk cId="150513106" sldId="368"/>
            <ac:picMk id="3076" creationId="{D9153B2B-BB29-4362-A608-4AC0C5935F7D}"/>
          </ac:picMkLst>
        </pc:picChg>
      </pc:sldChg>
      <pc:sldChg chg="addSp modSp new mod">
        <pc:chgData name="Suresh Thiru" userId="4dfdc3749d10ef3d" providerId="LiveId" clId="{33412433-C51C-476A-9D38-EFF0AD2E7CA9}" dt="2020-12-27T12:10:01.152" v="1155"/>
        <pc:sldMkLst>
          <pc:docMk/>
          <pc:sldMk cId="942809732" sldId="369"/>
        </pc:sldMkLst>
        <pc:spChg chg="mod">
          <ac:chgData name="Suresh Thiru" userId="4dfdc3749d10ef3d" providerId="LiveId" clId="{33412433-C51C-476A-9D38-EFF0AD2E7CA9}" dt="2020-12-25T09:22:09.118" v="192" actId="20577"/>
          <ac:spMkLst>
            <pc:docMk/>
            <pc:sldMk cId="942809732" sldId="369"/>
            <ac:spMk id="2" creationId="{1DB18E3B-DC96-44A2-9358-4457D11E4413}"/>
          </ac:spMkLst>
        </pc:spChg>
        <pc:picChg chg="add">
          <ac:chgData name="Suresh Thiru" userId="4dfdc3749d10ef3d" providerId="LiveId" clId="{33412433-C51C-476A-9D38-EFF0AD2E7CA9}" dt="2020-12-27T12:10:01.152" v="1155"/>
          <ac:picMkLst>
            <pc:docMk/>
            <pc:sldMk cId="942809732" sldId="369"/>
            <ac:picMk id="4098" creationId="{4CD440D3-F71C-45BB-A01C-E89BF83BD239}"/>
          </ac:picMkLst>
        </pc:picChg>
      </pc:sldChg>
      <pc:sldChg chg="modSp new mod">
        <pc:chgData name="Suresh Thiru" userId="4dfdc3749d10ef3d" providerId="LiveId" clId="{33412433-C51C-476A-9D38-EFF0AD2E7CA9}" dt="2020-12-25T09:22:43.429" v="209" actId="20577"/>
        <pc:sldMkLst>
          <pc:docMk/>
          <pc:sldMk cId="2125419448" sldId="370"/>
        </pc:sldMkLst>
        <pc:spChg chg="mod">
          <ac:chgData name="Suresh Thiru" userId="4dfdc3749d10ef3d" providerId="LiveId" clId="{33412433-C51C-476A-9D38-EFF0AD2E7CA9}" dt="2020-12-25T09:22:43.429" v="209" actId="20577"/>
          <ac:spMkLst>
            <pc:docMk/>
            <pc:sldMk cId="2125419448" sldId="370"/>
            <ac:spMk id="2" creationId="{7DE73293-D01B-4917-99F1-8C070B5D0940}"/>
          </ac:spMkLst>
        </pc:spChg>
      </pc:sldChg>
      <pc:sldChg chg="addSp modSp new mod">
        <pc:chgData name="Suresh Thiru" userId="4dfdc3749d10ef3d" providerId="LiveId" clId="{33412433-C51C-476A-9D38-EFF0AD2E7CA9}" dt="2020-12-25T09:23:12.890" v="221" actId="14100"/>
        <pc:sldMkLst>
          <pc:docMk/>
          <pc:sldMk cId="542223727" sldId="371"/>
        </pc:sldMkLst>
        <pc:spChg chg="mod">
          <ac:chgData name="Suresh Thiru" userId="4dfdc3749d10ef3d" providerId="LiveId" clId="{33412433-C51C-476A-9D38-EFF0AD2E7CA9}" dt="2020-12-25T09:23:00.609" v="218" actId="20577"/>
          <ac:spMkLst>
            <pc:docMk/>
            <pc:sldMk cId="542223727" sldId="371"/>
            <ac:spMk id="2" creationId="{19842285-9FCC-4971-BB73-376041C77AB3}"/>
          </ac:spMkLst>
        </pc:spChg>
        <pc:picChg chg="add mod">
          <ac:chgData name="Suresh Thiru" userId="4dfdc3749d10ef3d" providerId="LiveId" clId="{33412433-C51C-476A-9D38-EFF0AD2E7CA9}" dt="2020-12-25T09:23:12.890" v="221" actId="14100"/>
          <ac:picMkLst>
            <pc:docMk/>
            <pc:sldMk cId="542223727" sldId="371"/>
            <ac:picMk id="5" creationId="{742B572A-9407-48AD-93E7-D40C25955F68}"/>
          </ac:picMkLst>
        </pc:picChg>
      </pc:sldChg>
      <pc:sldChg chg="addSp delSp modSp new mod">
        <pc:chgData name="Suresh Thiru" userId="4dfdc3749d10ef3d" providerId="LiveId" clId="{33412433-C51C-476A-9D38-EFF0AD2E7CA9}" dt="2020-12-25T10:25:25.623" v="562" actId="1076"/>
        <pc:sldMkLst>
          <pc:docMk/>
          <pc:sldMk cId="31242141" sldId="372"/>
        </pc:sldMkLst>
        <pc:spChg chg="mod">
          <ac:chgData name="Suresh Thiru" userId="4dfdc3749d10ef3d" providerId="LiveId" clId="{33412433-C51C-476A-9D38-EFF0AD2E7CA9}" dt="2020-12-25T10:25:25.623" v="562" actId="1076"/>
          <ac:spMkLst>
            <pc:docMk/>
            <pc:sldMk cId="31242141" sldId="372"/>
            <ac:spMk id="2" creationId="{9303C80B-50E6-4463-8227-EE1DECD93934}"/>
          </ac:spMkLst>
        </pc:spChg>
        <pc:spChg chg="del">
          <ac:chgData name="Suresh Thiru" userId="4dfdc3749d10ef3d" providerId="LiveId" clId="{33412433-C51C-476A-9D38-EFF0AD2E7CA9}" dt="2020-12-25T10:18:58.241" v="456" actId="478"/>
          <ac:spMkLst>
            <pc:docMk/>
            <pc:sldMk cId="31242141" sldId="372"/>
            <ac:spMk id="3" creationId="{6E862E28-1217-4D52-9D4D-3318D40DCBA2}"/>
          </ac:spMkLst>
        </pc:spChg>
        <pc:spChg chg="add del mod">
          <ac:chgData name="Suresh Thiru" userId="4dfdc3749d10ef3d" providerId="LiveId" clId="{33412433-C51C-476A-9D38-EFF0AD2E7CA9}" dt="2020-12-25T10:21:53.241" v="525" actId="478"/>
          <ac:spMkLst>
            <pc:docMk/>
            <pc:sldMk cId="31242141" sldId="372"/>
            <ac:spMk id="10" creationId="{55389269-B66C-4A19-B874-C5E2098D30DD}"/>
          </ac:spMkLst>
        </pc:spChg>
        <pc:picChg chg="add del mod">
          <ac:chgData name="Suresh Thiru" userId="4dfdc3749d10ef3d" providerId="LiveId" clId="{33412433-C51C-476A-9D38-EFF0AD2E7CA9}" dt="2020-12-25T10:20:07.258" v="478" actId="478"/>
          <ac:picMkLst>
            <pc:docMk/>
            <pc:sldMk cId="31242141" sldId="372"/>
            <ac:picMk id="6" creationId="{9882CBE8-2663-4AF7-BC0D-48D310012635}"/>
          </ac:picMkLst>
        </pc:picChg>
        <pc:picChg chg="add del mod">
          <ac:chgData name="Suresh Thiru" userId="4dfdc3749d10ef3d" providerId="LiveId" clId="{33412433-C51C-476A-9D38-EFF0AD2E7CA9}" dt="2020-12-25T10:25:06.801" v="527" actId="478"/>
          <ac:picMkLst>
            <pc:docMk/>
            <pc:sldMk cId="31242141" sldId="372"/>
            <ac:picMk id="8" creationId="{B76083B9-DC79-45B4-BF6F-EBA0F491C19F}"/>
          </ac:picMkLst>
        </pc:picChg>
        <pc:picChg chg="add mod">
          <ac:chgData name="Suresh Thiru" userId="4dfdc3749d10ef3d" providerId="LiveId" clId="{33412433-C51C-476A-9D38-EFF0AD2E7CA9}" dt="2020-12-25T10:25:20.035" v="561" actId="1036"/>
          <ac:picMkLst>
            <pc:docMk/>
            <pc:sldMk cId="31242141" sldId="372"/>
            <ac:picMk id="11" creationId="{1F92FD2C-9ADF-43DD-99E7-AAB9FF420362}"/>
          </ac:picMkLst>
        </pc:picChg>
        <pc:picChg chg="add del mod">
          <ac:chgData name="Suresh Thiru" userId="4dfdc3749d10ef3d" providerId="LiveId" clId="{33412433-C51C-476A-9D38-EFF0AD2E7CA9}" dt="2020-12-25T10:18:05.308" v="435" actId="478"/>
          <ac:picMkLst>
            <pc:docMk/>
            <pc:sldMk cId="31242141" sldId="372"/>
            <ac:picMk id="2050" creationId="{08A826A9-0386-4A97-8556-9F0B642ACCFA}"/>
          </ac:picMkLst>
        </pc:picChg>
      </pc:sldChg>
      <pc:sldChg chg="addSp delSp modSp new mod">
        <pc:chgData name="Suresh Thiru" userId="4dfdc3749d10ef3d" providerId="LiveId" clId="{33412433-C51C-476A-9D38-EFF0AD2E7CA9}" dt="2020-12-27T11:41:59.440" v="1050" actId="20577"/>
        <pc:sldMkLst>
          <pc:docMk/>
          <pc:sldMk cId="2569263980" sldId="373"/>
        </pc:sldMkLst>
        <pc:spChg chg="mod">
          <ac:chgData name="Suresh Thiru" userId="4dfdc3749d10ef3d" providerId="LiveId" clId="{33412433-C51C-476A-9D38-EFF0AD2E7CA9}" dt="2020-12-25T12:44:45.050" v="794" actId="20577"/>
          <ac:spMkLst>
            <pc:docMk/>
            <pc:sldMk cId="2569263980" sldId="373"/>
            <ac:spMk id="2" creationId="{6D50C939-1F30-499F-B675-D38C5A7469E4}"/>
          </ac:spMkLst>
        </pc:spChg>
        <pc:spChg chg="mod">
          <ac:chgData name="Suresh Thiru" userId="4dfdc3749d10ef3d" providerId="LiveId" clId="{33412433-C51C-476A-9D38-EFF0AD2E7CA9}" dt="2020-12-27T11:41:59.440" v="1050" actId="20577"/>
          <ac:spMkLst>
            <pc:docMk/>
            <pc:sldMk cId="2569263980" sldId="373"/>
            <ac:spMk id="3" creationId="{A02A2EDF-A29C-41E3-9304-049B2FE3BAB6}"/>
          </ac:spMkLst>
        </pc:spChg>
        <pc:spChg chg="add del mod">
          <ac:chgData name="Suresh Thiru" userId="4dfdc3749d10ef3d" providerId="LiveId" clId="{33412433-C51C-476A-9D38-EFF0AD2E7CA9}" dt="2020-12-25T13:01:34.450" v="882"/>
          <ac:spMkLst>
            <pc:docMk/>
            <pc:sldMk cId="2569263980" sldId="373"/>
            <ac:spMk id="5" creationId="{831C8F9D-0C13-4089-AC6D-F6AA736B4863}"/>
          </ac:spMkLst>
        </pc:spChg>
      </pc:sldChg>
      <pc:sldChg chg="addSp delSp modSp new del mod">
        <pc:chgData name="Suresh Thiru" userId="4dfdc3749d10ef3d" providerId="LiveId" clId="{33412433-C51C-476A-9D38-EFF0AD2E7CA9}" dt="2020-12-27T11:35:46.264" v="955" actId="2696"/>
        <pc:sldMkLst>
          <pc:docMk/>
          <pc:sldMk cId="2002446562" sldId="374"/>
        </pc:sldMkLst>
        <pc:spChg chg="mod">
          <ac:chgData name="Suresh Thiru" userId="4dfdc3749d10ef3d" providerId="LiveId" clId="{33412433-C51C-476A-9D38-EFF0AD2E7CA9}" dt="2020-12-25T12:46:13.942" v="862" actId="20577"/>
          <ac:spMkLst>
            <pc:docMk/>
            <pc:sldMk cId="2002446562" sldId="374"/>
            <ac:spMk id="2" creationId="{F76C2E4D-604C-4B89-BC8F-85C92315D923}"/>
          </ac:spMkLst>
        </pc:spChg>
        <pc:spChg chg="mod">
          <ac:chgData name="Suresh Thiru" userId="4dfdc3749d10ef3d" providerId="LiveId" clId="{33412433-C51C-476A-9D38-EFF0AD2E7CA9}" dt="2020-12-25T12:45:59.302" v="829" actId="14100"/>
          <ac:spMkLst>
            <pc:docMk/>
            <pc:sldMk cId="2002446562" sldId="374"/>
            <ac:spMk id="3" creationId="{151FBCAD-527E-4A8B-915A-5C83D376AD43}"/>
          </ac:spMkLst>
        </pc:spChg>
        <pc:spChg chg="add del mod">
          <ac:chgData name="Suresh Thiru" userId="4dfdc3749d10ef3d" providerId="LiveId" clId="{33412433-C51C-476A-9D38-EFF0AD2E7CA9}" dt="2020-12-25T12:45:43.216" v="825"/>
          <ac:spMkLst>
            <pc:docMk/>
            <pc:sldMk cId="2002446562" sldId="374"/>
            <ac:spMk id="5" creationId="{38FD668E-93B4-41C1-A7FE-1FA9E492D4E5}"/>
          </ac:spMkLst>
        </pc:spChg>
        <pc:spChg chg="add mod">
          <ac:chgData name="Suresh Thiru" userId="4dfdc3749d10ef3d" providerId="LiveId" clId="{33412433-C51C-476A-9D38-EFF0AD2E7CA9}" dt="2020-12-25T12:45:54.034" v="828" actId="1076"/>
          <ac:spMkLst>
            <pc:docMk/>
            <pc:sldMk cId="2002446562" sldId="374"/>
            <ac:spMk id="6" creationId="{E9F140FD-38AD-4252-B033-ECC9727074E7}"/>
          </ac:spMkLst>
        </pc:spChg>
        <pc:spChg chg="add del mod">
          <ac:chgData name="Suresh Thiru" userId="4dfdc3749d10ef3d" providerId="LiveId" clId="{33412433-C51C-476A-9D38-EFF0AD2E7CA9}" dt="2020-12-25T12:45:43.217" v="827"/>
          <ac:spMkLst>
            <pc:docMk/>
            <pc:sldMk cId="2002446562" sldId="374"/>
            <ac:spMk id="7" creationId="{F0F362F4-1C1F-4201-8780-CBEF8B24B7C0}"/>
          </ac:spMkLst>
        </pc:spChg>
      </pc:sldChg>
      <pc:sldChg chg="add">
        <pc:chgData name="Suresh Thiru" userId="4dfdc3749d10ef3d" providerId="LiveId" clId="{33412433-C51C-476A-9D38-EFF0AD2E7CA9}" dt="2020-12-27T11:35:48.092" v="956"/>
        <pc:sldMkLst>
          <pc:docMk/>
          <pc:sldMk cId="3421347912" sldId="374"/>
        </pc:sldMkLst>
      </pc:sldChg>
      <pc:sldChg chg="modSp new mod">
        <pc:chgData name="Suresh Thiru" userId="4dfdc3749d10ef3d" providerId="LiveId" clId="{33412433-C51C-476A-9D38-EFF0AD2E7CA9}" dt="2020-12-26T09:46:55.506" v="954" actId="2711"/>
        <pc:sldMkLst>
          <pc:docMk/>
          <pc:sldMk cId="1751371753" sldId="375"/>
        </pc:sldMkLst>
        <pc:spChg chg="mod">
          <ac:chgData name="Suresh Thiru" userId="4dfdc3749d10ef3d" providerId="LiveId" clId="{33412433-C51C-476A-9D38-EFF0AD2E7CA9}" dt="2020-12-26T09:46:55.506" v="954" actId="2711"/>
          <ac:spMkLst>
            <pc:docMk/>
            <pc:sldMk cId="1751371753" sldId="375"/>
            <ac:spMk id="2" creationId="{9F742DBF-3802-4BAF-A7F8-4EF97E2154C2}"/>
          </ac:spMkLst>
        </pc:spChg>
        <pc:spChg chg="mod">
          <ac:chgData name="Suresh Thiru" userId="4dfdc3749d10ef3d" providerId="LiveId" clId="{33412433-C51C-476A-9D38-EFF0AD2E7CA9}" dt="2020-12-25T13:03:40.470" v="916" actId="404"/>
          <ac:spMkLst>
            <pc:docMk/>
            <pc:sldMk cId="1751371753" sldId="375"/>
            <ac:spMk id="3" creationId="{9753896C-05FE-46B7-A541-3D1FE3B1FF4E}"/>
          </ac:spMkLst>
        </pc:spChg>
      </pc:sldChg>
      <pc:sldChg chg="addSp delSp modSp new mod">
        <pc:chgData name="Suresh Thiru" userId="4dfdc3749d10ef3d" providerId="LiveId" clId="{33412433-C51C-476A-9D38-EFF0AD2E7CA9}" dt="2020-12-26T09:46:24.854" v="953" actId="1076"/>
        <pc:sldMkLst>
          <pc:docMk/>
          <pc:sldMk cId="3801761291" sldId="376"/>
        </pc:sldMkLst>
        <pc:spChg chg="mod">
          <ac:chgData name="Suresh Thiru" userId="4dfdc3749d10ef3d" providerId="LiveId" clId="{33412433-C51C-476A-9D38-EFF0AD2E7CA9}" dt="2020-12-26T09:46:24.854" v="953" actId="1076"/>
          <ac:spMkLst>
            <pc:docMk/>
            <pc:sldMk cId="3801761291" sldId="376"/>
            <ac:spMk id="2" creationId="{112CE4FE-CF07-4CA3-A673-98C15141B108}"/>
          </ac:spMkLst>
        </pc:spChg>
        <pc:spChg chg="add del mod">
          <ac:chgData name="Suresh Thiru" userId="4dfdc3749d10ef3d" providerId="LiveId" clId="{33412433-C51C-476A-9D38-EFF0AD2E7CA9}" dt="2020-12-25T13:06:22.638" v="952" actId="12"/>
          <ac:spMkLst>
            <pc:docMk/>
            <pc:sldMk cId="3801761291" sldId="376"/>
            <ac:spMk id="3" creationId="{A1B985E5-E189-483C-B5D2-52AE5E70766C}"/>
          </ac:spMkLst>
        </pc:spChg>
        <pc:spChg chg="add del mod">
          <ac:chgData name="Suresh Thiru" userId="4dfdc3749d10ef3d" providerId="LiveId" clId="{33412433-C51C-476A-9D38-EFF0AD2E7CA9}" dt="2020-12-25T13:05:47.701" v="930"/>
          <ac:spMkLst>
            <pc:docMk/>
            <pc:sldMk cId="3801761291" sldId="376"/>
            <ac:spMk id="5" creationId="{46996CDF-CE62-4404-ADE0-BAA5A4F716CF}"/>
          </ac:spMkLst>
        </pc:spChg>
      </pc:sldChg>
      <pc:sldChg chg="modSp new mod">
        <pc:chgData name="Suresh Thiru" userId="4dfdc3749d10ef3d" providerId="LiveId" clId="{33412433-C51C-476A-9D38-EFF0AD2E7CA9}" dt="2021-01-09T15:11:47.813" v="1227" actId="20577"/>
        <pc:sldMkLst>
          <pc:docMk/>
          <pc:sldMk cId="19614263" sldId="377"/>
        </pc:sldMkLst>
        <pc:spChg chg="mod">
          <ac:chgData name="Suresh Thiru" userId="4dfdc3749d10ef3d" providerId="LiveId" clId="{33412433-C51C-476A-9D38-EFF0AD2E7CA9}" dt="2021-01-09T15:11:07.741" v="1187" actId="20577"/>
          <ac:spMkLst>
            <pc:docMk/>
            <pc:sldMk cId="19614263" sldId="377"/>
            <ac:spMk id="2" creationId="{EB56DE33-5843-4528-98F5-7DB8FC38A78F}"/>
          </ac:spMkLst>
        </pc:spChg>
        <pc:spChg chg="mod">
          <ac:chgData name="Suresh Thiru" userId="4dfdc3749d10ef3d" providerId="LiveId" clId="{33412433-C51C-476A-9D38-EFF0AD2E7CA9}" dt="2021-01-09T15:11:47.813" v="1227" actId="20577"/>
          <ac:spMkLst>
            <pc:docMk/>
            <pc:sldMk cId="19614263" sldId="377"/>
            <ac:spMk id="3" creationId="{47373164-FE9F-476D-9AF7-97E41F6B1BE4}"/>
          </ac:spMkLst>
        </pc:spChg>
      </pc:sldChg>
      <pc:sldChg chg="add del">
        <pc:chgData name="Suresh Thiru" userId="4dfdc3749d10ef3d" providerId="LiveId" clId="{33412433-C51C-476A-9D38-EFF0AD2E7CA9}" dt="2020-12-27T11:37:37.521" v="1015"/>
        <pc:sldMkLst>
          <pc:docMk/>
          <pc:sldMk cId="3055835883" sldId="377"/>
        </pc:sldMkLst>
      </pc:sldChg>
      <pc:sldChg chg="add del">
        <pc:chgData name="Suresh Thiru" userId="4dfdc3749d10ef3d" providerId="LiveId" clId="{33412433-C51C-476A-9D38-EFF0AD2E7CA9}" dt="2020-12-27T11:37:32.181" v="1013"/>
        <pc:sldMkLst>
          <pc:docMk/>
          <pc:sldMk cId="3276453028" sldId="3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873B9F-50A0-4622-8B27-9EA7B86E7C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217B71-78E5-4F1B-8D85-573B8AAD3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76A5925-1F73-40BA-85C9-D3AC61ACF64E}" type="datetimeFigureOut">
              <a:rPr lang="en-US" smtClean="0"/>
              <a:t>6/26/2026</a:t>
            </a:fld>
            <a:endParaRPr lang="en-US"/>
          </a:p>
        </p:txBody>
      </p:sp>
      <p:sp>
        <p:nvSpPr>
          <p:cNvPr id="4" name="Footer Placeholder 3">
            <a:extLst>
              <a:ext uri="{FF2B5EF4-FFF2-40B4-BE49-F238E27FC236}">
                <a16:creationId xmlns:a16="http://schemas.microsoft.com/office/drawing/2014/main" id="{E2A5D993-102A-4921-A12E-E8E8D0285A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3F94975-3B91-4B9C-9498-7DA766AE14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10B77D-D561-4A25-8C29-51CAB365AE4B}" type="slidenum">
              <a:rPr lang="en-US" smtClean="0"/>
              <a:t>‹#›</a:t>
            </a:fld>
            <a:endParaRPr lang="en-US"/>
          </a:p>
        </p:txBody>
      </p:sp>
    </p:spTree>
    <p:extLst>
      <p:ext uri="{BB962C8B-B14F-4D97-AF65-F5344CB8AC3E}">
        <p14:creationId xmlns:p14="http://schemas.microsoft.com/office/powerpoint/2010/main" val="29366429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28DB0-09F6-4366-A211-0FA9A757C8BD}" type="datetimeFigureOut">
              <a:rPr lang="en-US" noProof="0" smtClean="0"/>
              <a:t>6/26/2026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CE8F5-1341-475C-BF40-2E24D91E8058}" type="slidenum">
              <a:rPr lang="en-US" noProof="0" smtClean="0"/>
              <a:t>‹#›</a:t>
            </a:fld>
            <a:endParaRPr lang="en-US" noProof="0"/>
          </a:p>
        </p:txBody>
      </p:sp>
    </p:spTree>
    <p:extLst>
      <p:ext uri="{BB962C8B-B14F-4D97-AF65-F5344CB8AC3E}">
        <p14:creationId xmlns:p14="http://schemas.microsoft.com/office/powerpoint/2010/main" val="906497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945AC3A-7D9B-423E-A2BF-B883C9B2D241}"/>
              </a:ext>
            </a:extLst>
          </p:cNvPr>
          <p:cNvPicPr>
            <a:picLocks/>
          </p:cNvPicPr>
          <p:nvPr userDrawn="1"/>
        </p:nvPicPr>
        <p:blipFill rotWithShape="1">
          <a:blip r:embed="rId2" cstate="screen">
            <a:duotone>
              <a:prstClr val="black"/>
              <a:schemeClr val="tx2">
                <a:tint val="45000"/>
                <a:satMod val="400000"/>
              </a:schemeClr>
            </a:duotone>
            <a:extLst>
              <a:ext uri="{28A0092B-C50C-407E-A947-70E740481C1C}">
                <a14:useLocalDpi xmlns:a14="http://schemas.microsoft.com/office/drawing/2010/main"/>
              </a:ext>
            </a:extLst>
          </a:blip>
          <a:srcRect b="-15"/>
          <a:stretch/>
        </p:blipFill>
        <p:spPr>
          <a:xfrm>
            <a:off x="7801452" y="1"/>
            <a:ext cx="4389120" cy="6675120"/>
          </a:xfrm>
          <a:prstGeom prst="rect">
            <a:avLst/>
          </a:prstGeom>
        </p:spPr>
      </p:pic>
      <p:sp>
        <p:nvSpPr>
          <p:cNvPr id="5" name="Rectangle 4">
            <a:extLst>
              <a:ext uri="{FF2B5EF4-FFF2-40B4-BE49-F238E27FC236}">
                <a16:creationId xmlns:a16="http://schemas.microsoft.com/office/drawing/2014/main" id="{C7524B29-B525-4E47-862B-FD57B403D539}"/>
              </a:ext>
            </a:extLst>
          </p:cNvPr>
          <p:cNvSpPr/>
          <p:nvPr userDrawn="1"/>
        </p:nvSpPr>
        <p:spPr>
          <a:xfrm>
            <a:off x="7804351" y="1"/>
            <a:ext cx="4386221" cy="6678000"/>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140927D5-AE1A-4ABD-BD8F-2F78723FF0D6}"/>
              </a:ext>
            </a:extLst>
          </p:cNvPr>
          <p:cNvSpPr>
            <a:spLocks noGrp="1"/>
          </p:cNvSpPr>
          <p:nvPr>
            <p:ph type="pic" sz="quarter" idx="10" hasCustomPrompt="1"/>
          </p:nvPr>
        </p:nvSpPr>
        <p:spPr>
          <a:xfrm>
            <a:off x="-11284" y="1"/>
            <a:ext cx="7815636" cy="6677022"/>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1" name="Rectangle 10">
            <a:extLst>
              <a:ext uri="{FF2B5EF4-FFF2-40B4-BE49-F238E27FC236}">
                <a16:creationId xmlns:a16="http://schemas.microsoft.com/office/drawing/2014/main" id="{F94C333A-735B-44F8-99E4-E73D8172DE35}"/>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C69AA83-848B-4DFD-A644-A5D9CEFF95E3}"/>
              </a:ext>
            </a:extLst>
          </p:cNvPr>
          <p:cNvSpPr/>
          <p:nvPr userDrawn="1"/>
        </p:nvSpPr>
        <p:spPr>
          <a:xfrm>
            <a:off x="7804351" y="6678000"/>
            <a:ext cx="4224295"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5" name="Slide Number Placeholder 5">
            <a:extLst>
              <a:ext uri="{FF2B5EF4-FFF2-40B4-BE49-F238E27FC236}">
                <a16:creationId xmlns:a16="http://schemas.microsoft.com/office/drawing/2014/main" id="{42880EF2-ACF9-4D66-99FF-99CB3F61BE99}"/>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 name="Title 1">
            <a:extLst>
              <a:ext uri="{FF2B5EF4-FFF2-40B4-BE49-F238E27FC236}">
                <a16:creationId xmlns:a16="http://schemas.microsoft.com/office/drawing/2014/main" id="{8487E03C-DE68-4CE8-A7F1-B9DD28846BC8}"/>
              </a:ext>
            </a:extLst>
          </p:cNvPr>
          <p:cNvSpPr>
            <a:spLocks noGrp="1"/>
          </p:cNvSpPr>
          <p:nvPr>
            <p:ph type="ctrTitle"/>
          </p:nvPr>
        </p:nvSpPr>
        <p:spPr>
          <a:xfrm>
            <a:off x="8073392" y="1962149"/>
            <a:ext cx="3759807" cy="1547813"/>
          </a:xfrm>
        </p:spPr>
        <p:txBody>
          <a:bodyPr anchor="b"/>
          <a:lstStyle>
            <a:lvl1pPr algn="l">
              <a:lnSpc>
                <a:spcPts val="4000"/>
              </a:lnSpc>
              <a:defRPr sz="4800" spc="-15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EEE8855-FE55-4351-B21B-FE33CB8050C1}"/>
              </a:ext>
            </a:extLst>
          </p:cNvPr>
          <p:cNvSpPr>
            <a:spLocks noGrp="1"/>
          </p:cNvSpPr>
          <p:nvPr>
            <p:ph type="subTitle" idx="1"/>
          </p:nvPr>
        </p:nvSpPr>
        <p:spPr>
          <a:xfrm>
            <a:off x="8073391" y="3602038"/>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Graphic 11">
            <a:extLst>
              <a:ext uri="{FF2B5EF4-FFF2-40B4-BE49-F238E27FC236}">
                <a16:creationId xmlns:a16="http://schemas.microsoft.com/office/drawing/2014/main" id="{54BAE1D8-3DF8-48CA-92C4-2E2064E4A3C5}"/>
              </a:ext>
            </a:extLst>
          </p:cNvPr>
          <p:cNvSpPr/>
          <p:nvPr userDrawn="1"/>
        </p:nvSpPr>
        <p:spPr>
          <a:xfrm>
            <a:off x="8776606" y="3981146"/>
            <a:ext cx="3413965" cy="2695876"/>
          </a:xfrm>
          <a:custGeom>
            <a:avLst/>
            <a:gdLst>
              <a:gd name="connsiteX0" fmla="*/ 4121944 w 4124325"/>
              <a:gd name="connsiteY0" fmla="*/ 1555076 h 3257550"/>
              <a:gd name="connsiteX1" fmla="*/ 4118134 w 4124325"/>
              <a:gd name="connsiteY1" fmla="*/ 1533169 h 3257550"/>
              <a:gd name="connsiteX2" fmla="*/ 2782729 w 4124325"/>
              <a:gd name="connsiteY2" fmla="*/ 39649 h 3257550"/>
              <a:gd name="connsiteX3" fmla="*/ 2108359 w 4124325"/>
              <a:gd name="connsiteY3" fmla="*/ 2436139 h 3257550"/>
              <a:gd name="connsiteX4" fmla="*/ 1262539 w 4124325"/>
              <a:gd name="connsiteY4" fmla="*/ 1310284 h 3257550"/>
              <a:gd name="connsiteX5" fmla="*/ 717709 w 4124325"/>
              <a:gd name="connsiteY5" fmla="*/ 2358986 h 3257550"/>
              <a:gd name="connsiteX6" fmla="*/ 7144 w 4124325"/>
              <a:gd name="connsiteY6" fmla="*/ 3257194 h 3257550"/>
              <a:gd name="connsiteX7" fmla="*/ 4075271 w 4124325"/>
              <a:gd name="connsiteY7" fmla="*/ 3257194 h 3257550"/>
              <a:gd name="connsiteX8" fmla="*/ 4122896 w 4124325"/>
              <a:gd name="connsiteY8" fmla="*/ 3201949 h 3257550"/>
              <a:gd name="connsiteX9" fmla="*/ 4122896 w 4124325"/>
              <a:gd name="connsiteY9" fmla="*/ 1555076 h 3257550"/>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068127 w 4207192"/>
              <a:gd name="connsiteY9" fmla="*/ 3250050 h 3286245"/>
              <a:gd name="connsiteX10" fmla="*/ 4207192 w 4207192"/>
              <a:gd name="connsiteY10" fmla="*/ 3286245 h 3286245"/>
              <a:gd name="connsiteX0" fmla="*/ 4115752 w 4207192"/>
              <a:gd name="connsiteY0" fmla="*/ 3194805 h 3286245"/>
              <a:gd name="connsiteX1" fmla="*/ 4115752 w 4207192"/>
              <a:gd name="connsiteY1" fmla="*/ 1547932 h 3286245"/>
              <a:gd name="connsiteX2" fmla="*/ 4114800 w 4207192"/>
              <a:gd name="connsiteY2" fmla="*/ 1547932 h 3286245"/>
              <a:gd name="connsiteX3" fmla="*/ 4110990 w 4207192"/>
              <a:gd name="connsiteY3" fmla="*/ 1526025 h 3286245"/>
              <a:gd name="connsiteX4" fmla="*/ 2775585 w 4207192"/>
              <a:gd name="connsiteY4" fmla="*/ 32505 h 3286245"/>
              <a:gd name="connsiteX5" fmla="*/ 2101215 w 4207192"/>
              <a:gd name="connsiteY5" fmla="*/ 2428995 h 3286245"/>
              <a:gd name="connsiteX6" fmla="*/ 1255395 w 4207192"/>
              <a:gd name="connsiteY6" fmla="*/ 1303140 h 3286245"/>
              <a:gd name="connsiteX7" fmla="*/ 710565 w 4207192"/>
              <a:gd name="connsiteY7" fmla="*/ 2351842 h 3286245"/>
              <a:gd name="connsiteX8" fmla="*/ 0 w 4207192"/>
              <a:gd name="connsiteY8" fmla="*/ 3250050 h 3286245"/>
              <a:gd name="connsiteX9" fmla="*/ 4207192 w 4207192"/>
              <a:gd name="connsiteY9" fmla="*/ 3286245 h 3286245"/>
              <a:gd name="connsiteX0" fmla="*/ 4115752 w 4115752"/>
              <a:gd name="connsiteY0" fmla="*/ 3194805 h 3250050"/>
              <a:gd name="connsiteX1" fmla="*/ 4115752 w 4115752"/>
              <a:gd name="connsiteY1" fmla="*/ 1547932 h 3250050"/>
              <a:gd name="connsiteX2" fmla="*/ 4114800 w 4115752"/>
              <a:gd name="connsiteY2" fmla="*/ 1547932 h 3250050"/>
              <a:gd name="connsiteX3" fmla="*/ 4110990 w 4115752"/>
              <a:gd name="connsiteY3" fmla="*/ 1526025 h 3250050"/>
              <a:gd name="connsiteX4" fmla="*/ 2775585 w 4115752"/>
              <a:gd name="connsiteY4" fmla="*/ 32505 h 3250050"/>
              <a:gd name="connsiteX5" fmla="*/ 2101215 w 4115752"/>
              <a:gd name="connsiteY5" fmla="*/ 2428995 h 3250050"/>
              <a:gd name="connsiteX6" fmla="*/ 1255395 w 4115752"/>
              <a:gd name="connsiteY6" fmla="*/ 1303140 h 3250050"/>
              <a:gd name="connsiteX7" fmla="*/ 710565 w 4115752"/>
              <a:gd name="connsiteY7" fmla="*/ 2351842 h 3250050"/>
              <a:gd name="connsiteX8" fmla="*/ 0 w 4115752"/>
              <a:gd name="connsiteY8" fmla="*/ 3250050 h 3250050"/>
              <a:gd name="connsiteX0" fmla="*/ 4115752 w 4115752"/>
              <a:gd name="connsiteY0" fmla="*/ 1547932 h 3250050"/>
              <a:gd name="connsiteX1" fmla="*/ 4114800 w 4115752"/>
              <a:gd name="connsiteY1" fmla="*/ 1547932 h 3250050"/>
              <a:gd name="connsiteX2" fmla="*/ 4110990 w 4115752"/>
              <a:gd name="connsiteY2" fmla="*/ 1526025 h 3250050"/>
              <a:gd name="connsiteX3" fmla="*/ 2775585 w 4115752"/>
              <a:gd name="connsiteY3" fmla="*/ 32505 h 3250050"/>
              <a:gd name="connsiteX4" fmla="*/ 2101215 w 4115752"/>
              <a:gd name="connsiteY4" fmla="*/ 2428995 h 3250050"/>
              <a:gd name="connsiteX5" fmla="*/ 1255395 w 4115752"/>
              <a:gd name="connsiteY5" fmla="*/ 1303140 h 3250050"/>
              <a:gd name="connsiteX6" fmla="*/ 710565 w 4115752"/>
              <a:gd name="connsiteY6" fmla="*/ 2351842 h 3250050"/>
              <a:gd name="connsiteX7" fmla="*/ 0 w 4115752"/>
              <a:gd name="connsiteY7" fmla="*/ 3250050 h 325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5752" h="3250050">
                <a:moveTo>
                  <a:pt x="4115752" y="1547932"/>
                </a:moveTo>
                <a:lnTo>
                  <a:pt x="4114800" y="1547932"/>
                </a:lnTo>
                <a:cubicBezTo>
                  <a:pt x="4114800" y="1540312"/>
                  <a:pt x="4113847" y="1532692"/>
                  <a:pt x="4110990" y="1526025"/>
                </a:cubicBezTo>
                <a:cubicBezTo>
                  <a:pt x="4060507" y="1391722"/>
                  <a:pt x="3224212" y="-249435"/>
                  <a:pt x="2775585" y="32505"/>
                </a:cubicBezTo>
                <a:cubicBezTo>
                  <a:pt x="2375535" y="283965"/>
                  <a:pt x="2629852" y="2428995"/>
                  <a:pt x="2101215" y="2428995"/>
                </a:cubicBezTo>
                <a:cubicBezTo>
                  <a:pt x="1784985" y="2428995"/>
                  <a:pt x="1670685" y="1303140"/>
                  <a:pt x="1255395" y="1303140"/>
                </a:cubicBezTo>
                <a:cubicBezTo>
                  <a:pt x="1037272" y="1303140"/>
                  <a:pt x="710565" y="1554600"/>
                  <a:pt x="710565" y="2351842"/>
                </a:cubicBezTo>
                <a:cubicBezTo>
                  <a:pt x="710565" y="3149085"/>
                  <a:pt x="0" y="3250050"/>
                  <a:pt x="0" y="3250050"/>
                </a:cubicBezTo>
              </a:path>
            </a:pathLst>
          </a:custGeom>
          <a:noFill/>
          <a:ln w="9525" cap="flat">
            <a:solidFill>
              <a:schemeClr val="bg1"/>
            </a:solidFill>
            <a:prstDash val="dash"/>
            <a:miter/>
          </a:ln>
        </p:spPr>
        <p:txBody>
          <a:bodyPr rtlCol="0" anchor="ctr"/>
          <a:lstStyle/>
          <a:p>
            <a:endParaRPr lang="en-US" dirty="0"/>
          </a:p>
        </p:txBody>
      </p:sp>
      <p:sp>
        <p:nvSpPr>
          <p:cNvPr id="14" name="Rectangle 13">
            <a:extLst>
              <a:ext uri="{FF2B5EF4-FFF2-40B4-BE49-F238E27FC236}">
                <a16:creationId xmlns:a16="http://schemas.microsoft.com/office/drawing/2014/main" id="{974E860F-437F-442E-898C-244A0DD5D765}"/>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8042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B83C35-D975-48B4-8E79-AB7A1A80DFC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7799832" cy="6675120"/>
          </a:xfrm>
          <a:prstGeom prst="rect">
            <a:avLst/>
          </a:prstGeom>
        </p:spPr>
      </p:pic>
      <p:sp>
        <p:nvSpPr>
          <p:cNvPr id="11" name="Rectangle 10">
            <a:extLst>
              <a:ext uri="{FF2B5EF4-FFF2-40B4-BE49-F238E27FC236}">
                <a16:creationId xmlns:a16="http://schemas.microsoft.com/office/drawing/2014/main" id="{DD7E187E-6082-49C3-B795-CC4321FE39F8}"/>
              </a:ext>
            </a:extLst>
          </p:cNvPr>
          <p:cNvSpPr/>
          <p:nvPr userDrawn="1"/>
        </p:nvSpPr>
        <p:spPr>
          <a:xfrm>
            <a:off x="6671"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Picture Placeholder 9">
            <a:extLst>
              <a:ext uri="{FF2B5EF4-FFF2-40B4-BE49-F238E27FC236}">
                <a16:creationId xmlns:a16="http://schemas.microsoft.com/office/drawing/2014/main" id="{8FBFF6A8-5ABD-4191-81E4-C9F86380A56D}"/>
              </a:ext>
            </a:extLst>
          </p:cNvPr>
          <p:cNvSpPr>
            <a:spLocks noGrp="1"/>
          </p:cNvSpPr>
          <p:nvPr>
            <p:ph type="pic" sz="quarter" idx="10"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5" name="Footer Placeholder 4">
            <a:extLst>
              <a:ext uri="{FF2B5EF4-FFF2-40B4-BE49-F238E27FC236}">
                <a16:creationId xmlns:a16="http://schemas.microsoft.com/office/drawing/2014/main" id="{16E27D1E-1708-4D17-AB85-058EE0C34776}"/>
              </a:ext>
            </a:extLst>
          </p:cNvPr>
          <p:cNvSpPr>
            <a:spLocks noGrp="1"/>
          </p:cNvSpPr>
          <p:nvPr>
            <p:ph type="ftr" sz="quarter" idx="13"/>
          </p:nvPr>
        </p:nvSpPr>
        <p:spPr>
          <a:gradFill>
            <a:gsLst>
              <a:gs pos="82000">
                <a:schemeClr val="tx1">
                  <a:lumMod val="85000"/>
                  <a:lumOff val="15000"/>
                </a:schemeClr>
              </a:gs>
              <a:gs pos="100000">
                <a:schemeClr val="tx1"/>
              </a:gs>
            </a:gsLst>
          </a:gradFill>
        </p:spPr>
        <p:txBody>
          <a:bodyPr/>
          <a:lstStyle>
            <a:lvl1pPr>
              <a:defRPr>
                <a:solidFill>
                  <a:schemeClr val="bg1"/>
                </a:solidFill>
              </a:defRPr>
            </a:lvl1pPr>
          </a:lstStyle>
          <a:p>
            <a:r>
              <a:rPr lang="en-US" noProof="0"/>
              <a:t>Add a footer</a:t>
            </a:r>
          </a:p>
        </p:txBody>
      </p:sp>
      <p:sp>
        <p:nvSpPr>
          <p:cNvPr id="9" name="Slide Number Placeholder 8">
            <a:extLst>
              <a:ext uri="{FF2B5EF4-FFF2-40B4-BE49-F238E27FC236}">
                <a16:creationId xmlns:a16="http://schemas.microsoft.com/office/drawing/2014/main" id="{69529A18-E6EB-4081-B804-B2FCF5287DFF}"/>
              </a:ext>
            </a:extLst>
          </p:cNvPr>
          <p:cNvSpPr>
            <a:spLocks noGrp="1"/>
          </p:cNvSpPr>
          <p:nvPr>
            <p:ph type="sldNum" sz="quarter" idx="14"/>
          </p:nvPr>
        </p:nvSpPr>
        <p:spPr>
          <a:xfrm>
            <a:off x="11594400" y="6678000"/>
            <a:ext cx="597600" cy="144000"/>
          </a:xfrm>
        </p:spPr>
        <p:txBody>
          <a:bodyPr/>
          <a:lstStyle/>
          <a:p>
            <a:fld id="{058DB212-BFA2-403F-85EF-DFD3FF6D973A}" type="slidenum">
              <a:rPr lang="en-US" noProof="0" smtClean="0"/>
              <a:pPr/>
              <a:t>‹#›</a:t>
            </a:fld>
            <a:endParaRPr lang="en-US" noProof="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p:nvPr>
        </p:nvSpPr>
        <p:spPr>
          <a:xfrm>
            <a:off x="1273834" y="2481141"/>
            <a:ext cx="3759807" cy="1547813"/>
          </a:xfrm>
        </p:spPr>
        <p:txBody>
          <a:bodyPr anchor="b"/>
          <a:lstStyle>
            <a:lvl1pPr algn="l">
              <a:lnSpc>
                <a:spcPts val="4000"/>
              </a:lnSpc>
              <a:defRPr sz="4800" spc="-150">
                <a:solidFill>
                  <a:schemeClr val="bg1"/>
                </a:solidFill>
              </a:defRPr>
            </a:lvl1pPr>
          </a:lstStyle>
          <a:p>
            <a:r>
              <a:rPr lang="en-US" noProof="0"/>
              <a:t>Click to edit Master title style</a:t>
            </a:r>
          </a:p>
        </p:txBody>
      </p:sp>
      <p:sp>
        <p:nvSpPr>
          <p:cNvPr id="14" name="Subtitle 2">
            <a:extLst>
              <a:ext uri="{FF2B5EF4-FFF2-40B4-BE49-F238E27FC236}">
                <a16:creationId xmlns:a16="http://schemas.microsoft.com/office/drawing/2014/main" id="{3CDBDF0B-F377-47FD-9DA1-C3BDA7C1DEDE}"/>
              </a:ext>
            </a:extLst>
          </p:cNvPr>
          <p:cNvSpPr>
            <a:spLocks noGrp="1"/>
          </p:cNvSpPr>
          <p:nvPr>
            <p:ph type="subTitle" idx="1"/>
          </p:nvPr>
        </p:nvSpPr>
        <p:spPr>
          <a:xfrm>
            <a:off x="1273833" y="4220102"/>
            <a:ext cx="3756943" cy="722312"/>
          </a:xfrm>
        </p:spPr>
        <p:txBody>
          <a:bodyPr/>
          <a:lstStyle>
            <a:lvl1pPr marL="0" indent="0" algn="l">
              <a:buNone/>
              <a:defRPr sz="1600" spc="-15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8" name="Graphic 15">
            <a:extLst>
              <a:ext uri="{FF2B5EF4-FFF2-40B4-BE49-F238E27FC236}">
                <a16:creationId xmlns:a16="http://schemas.microsoft.com/office/drawing/2014/main" id="{F50292C9-54F6-4F7B-A885-34CE1E3B0351}"/>
              </a:ext>
            </a:extLst>
          </p:cNvPr>
          <p:cNvSpPr/>
          <p:nvPr/>
        </p:nvSpPr>
        <p:spPr>
          <a:xfrm flipH="1">
            <a:off x="-1428"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noProof="0"/>
          </a:p>
        </p:txBody>
      </p:sp>
    </p:spTree>
    <p:extLst>
      <p:ext uri="{BB962C8B-B14F-4D97-AF65-F5344CB8AC3E}">
        <p14:creationId xmlns:p14="http://schemas.microsoft.com/office/powerpoint/2010/main" val="212023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7804150" y="1"/>
            <a:ext cx="4387850" cy="6679488"/>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642857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Layout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5A87C21-15CD-48D8-B583-89B110156879}"/>
              </a:ext>
            </a:extLst>
          </p:cNvPr>
          <p:cNvSpPr/>
          <p:nvPr userDrawn="1"/>
        </p:nvSpPr>
        <p:spPr>
          <a:xfrm>
            <a:off x="7804351" y="0"/>
            <a:ext cx="4386221" cy="6677022"/>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69933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6992937"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6992936"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8127752" y="4320000"/>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4" name="Footer Placeholder 3">
            <a:extLst>
              <a:ext uri="{FF2B5EF4-FFF2-40B4-BE49-F238E27FC236}">
                <a16:creationId xmlns:a16="http://schemas.microsoft.com/office/drawing/2014/main" id="{BC263EBA-2C46-40FB-9D48-819ED0C8994F}"/>
              </a:ext>
            </a:extLst>
          </p:cNvPr>
          <p:cNvSpPr>
            <a:spLocks noGrp="1"/>
          </p:cNvSpPr>
          <p:nvPr>
            <p:ph type="ftr" sz="quarter" idx="14"/>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719230BC-20AB-4DD9-AF5C-47BA72E56986}"/>
              </a:ext>
            </a:extLst>
          </p:cNvPr>
          <p:cNvSpPr>
            <a:spLocks noGrp="1"/>
          </p:cNvSpPr>
          <p:nvPr>
            <p:ph type="sldNum" sz="quarter" idx="15"/>
          </p:nvPr>
        </p:nvSpPr>
        <p:spPr/>
        <p:txBody>
          <a:bodyPr/>
          <a:lstStyle/>
          <a:p>
            <a:fld id="{058DB212-BFA2-403F-85EF-DFD3FF6D973A}" type="slidenum">
              <a:rPr lang="en-US" noProof="0" smtClean="0"/>
              <a:pPr/>
              <a:t>‹#›</a:t>
            </a:fld>
            <a:endParaRPr lang="en-US" noProof="0"/>
          </a:p>
        </p:txBody>
      </p:sp>
      <p:sp>
        <p:nvSpPr>
          <p:cNvPr id="8" name="Picture Placeholder 5">
            <a:extLst>
              <a:ext uri="{FF2B5EF4-FFF2-40B4-BE49-F238E27FC236}">
                <a16:creationId xmlns:a16="http://schemas.microsoft.com/office/drawing/2014/main" id="{5092E684-C621-4F92-A05A-A167EEF46270}"/>
              </a:ext>
            </a:extLst>
          </p:cNvPr>
          <p:cNvSpPr>
            <a:spLocks noGrp="1"/>
          </p:cNvSpPr>
          <p:nvPr>
            <p:ph type="pic" sz="quarter" idx="16" hasCustomPrompt="1"/>
          </p:nvPr>
        </p:nvSpPr>
        <p:spPr>
          <a:xfrm>
            <a:off x="10057037" y="4320000"/>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9" name="Picture Placeholder 5">
            <a:extLst>
              <a:ext uri="{FF2B5EF4-FFF2-40B4-BE49-F238E27FC236}">
                <a16:creationId xmlns:a16="http://schemas.microsoft.com/office/drawing/2014/main" id="{6958D132-F2A9-41E1-BDD8-067D52CE5FEB}"/>
              </a:ext>
            </a:extLst>
          </p:cNvPr>
          <p:cNvSpPr>
            <a:spLocks noGrp="1"/>
          </p:cNvSpPr>
          <p:nvPr>
            <p:ph type="pic" sz="quarter" idx="17" hasCustomPrompt="1"/>
          </p:nvPr>
        </p:nvSpPr>
        <p:spPr>
          <a:xfrm>
            <a:off x="8127752" y="2395565"/>
            <a:ext cx="1800000" cy="1800000"/>
          </a:xfrm>
          <a:solidFill>
            <a:schemeClr val="bg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0" name="Picture Placeholder 5">
            <a:extLst>
              <a:ext uri="{FF2B5EF4-FFF2-40B4-BE49-F238E27FC236}">
                <a16:creationId xmlns:a16="http://schemas.microsoft.com/office/drawing/2014/main" id="{B88FD4DB-5089-4686-B4F7-A26163146C9A}"/>
              </a:ext>
            </a:extLst>
          </p:cNvPr>
          <p:cNvSpPr>
            <a:spLocks noGrp="1"/>
          </p:cNvSpPr>
          <p:nvPr>
            <p:ph type="pic" sz="quarter" idx="18" hasCustomPrompt="1"/>
          </p:nvPr>
        </p:nvSpPr>
        <p:spPr>
          <a:xfrm>
            <a:off x="10057037" y="2395565"/>
            <a:ext cx="1800000" cy="1800000"/>
          </a:xfrm>
          <a:solidFill>
            <a:schemeClr val="tx1">
              <a:lumMod val="75000"/>
              <a:lumOff val="25000"/>
            </a:schemeClr>
          </a:solidFill>
        </p:spPr>
        <p:txBody>
          <a:bodyPr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1" name="Picture Placeholder 5">
            <a:extLst>
              <a:ext uri="{FF2B5EF4-FFF2-40B4-BE49-F238E27FC236}">
                <a16:creationId xmlns:a16="http://schemas.microsoft.com/office/drawing/2014/main" id="{324023AF-AB97-4B60-86FA-5DC8DA1B5C49}"/>
              </a:ext>
            </a:extLst>
          </p:cNvPr>
          <p:cNvSpPr>
            <a:spLocks noGrp="1"/>
          </p:cNvSpPr>
          <p:nvPr>
            <p:ph type="pic" sz="quarter" idx="19" hasCustomPrompt="1"/>
          </p:nvPr>
        </p:nvSpPr>
        <p:spPr>
          <a:xfrm>
            <a:off x="8127752" y="471129"/>
            <a:ext cx="1800000" cy="1800000"/>
          </a:xfrm>
          <a:solidFill>
            <a:schemeClr val="accent1"/>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12" name="Picture Placeholder 5">
            <a:extLst>
              <a:ext uri="{FF2B5EF4-FFF2-40B4-BE49-F238E27FC236}">
                <a16:creationId xmlns:a16="http://schemas.microsoft.com/office/drawing/2014/main" id="{8210F231-568A-4348-B33F-9EBB4A5CF9EB}"/>
              </a:ext>
            </a:extLst>
          </p:cNvPr>
          <p:cNvSpPr>
            <a:spLocks noGrp="1"/>
          </p:cNvSpPr>
          <p:nvPr>
            <p:ph type="pic" sz="quarter" idx="20" hasCustomPrompt="1"/>
          </p:nvPr>
        </p:nvSpPr>
        <p:spPr>
          <a:xfrm>
            <a:off x="10057037" y="471129"/>
            <a:ext cx="1800000" cy="1800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Tree>
    <p:extLst>
      <p:ext uri="{BB962C8B-B14F-4D97-AF65-F5344CB8AC3E}">
        <p14:creationId xmlns:p14="http://schemas.microsoft.com/office/powerpoint/2010/main" val="2445114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Left Header">
            <a:extLst>
              <a:ext uri="{FF2B5EF4-FFF2-40B4-BE49-F238E27FC236}">
                <a16:creationId xmlns:a16="http://schemas.microsoft.com/office/drawing/2014/main" id="{2241B0A0-0033-49FF-89B8-142165C8E93C}"/>
              </a:ext>
            </a:extLst>
          </p:cNvPr>
          <p:cNvSpPr>
            <a:spLocks noGrp="1"/>
          </p:cNvSpPr>
          <p:nvPr>
            <p:ph type="body" sz="quarter" idx="12" hasCustomPrompt="1"/>
          </p:nvPr>
        </p:nvSpPr>
        <p:spPr>
          <a:xfrm>
            <a:off x="360000" y="1620000"/>
            <a:ext cx="5580000" cy="360000"/>
          </a:xfrm>
        </p:spPr>
        <p:txBody>
          <a:bodyPr/>
          <a:lstStyle>
            <a:lvl1pPr marL="0" indent="0">
              <a:buNone/>
              <a:defRPr b="1"/>
            </a:lvl1pPr>
          </a:lstStyle>
          <a:p>
            <a:pPr lvl="0"/>
            <a:r>
              <a:rPr lang="en-US" noProof="0"/>
              <a:t>Compare A</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980000"/>
            <a:ext cx="5580000" cy="414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Right Header">
            <a:extLst>
              <a:ext uri="{FF2B5EF4-FFF2-40B4-BE49-F238E27FC236}">
                <a16:creationId xmlns:a16="http://schemas.microsoft.com/office/drawing/2014/main" id="{069A9930-1B94-49BC-B4A6-B597F155D2DD}"/>
              </a:ext>
            </a:extLst>
          </p:cNvPr>
          <p:cNvSpPr>
            <a:spLocks noGrp="1"/>
          </p:cNvSpPr>
          <p:nvPr>
            <p:ph type="body" sz="quarter" idx="13" hasCustomPrompt="1"/>
          </p:nvPr>
        </p:nvSpPr>
        <p:spPr>
          <a:xfrm>
            <a:off x="6253200" y="1620000"/>
            <a:ext cx="5580000" cy="360000"/>
          </a:xfrm>
        </p:spPr>
        <p:txBody>
          <a:bodyPr/>
          <a:lstStyle>
            <a:lvl1pPr marL="0" indent="0">
              <a:buNone/>
              <a:defRPr b="1"/>
            </a:lvl1pPr>
          </a:lstStyle>
          <a:p>
            <a:pPr lvl="0"/>
            <a:r>
              <a:rPr lang="en-US" noProof="0"/>
              <a:t>Compare B</a:t>
            </a:r>
          </a:p>
        </p:txBody>
      </p:sp>
      <p:sp>
        <p:nvSpPr>
          <p:cNvPr id="5" name="Footer Placeholder 4">
            <a:extLst>
              <a:ext uri="{FF2B5EF4-FFF2-40B4-BE49-F238E27FC236}">
                <a16:creationId xmlns:a16="http://schemas.microsoft.com/office/drawing/2014/main" id="{7C7AC535-CCE6-472A-BA3D-DDE92DFF0EDA}"/>
              </a:ext>
            </a:extLst>
          </p:cNvPr>
          <p:cNvSpPr>
            <a:spLocks noGrp="1"/>
          </p:cNvSpPr>
          <p:nvPr>
            <p:ph type="ftr" sz="quarter" idx="15"/>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6A32F890-EB29-4A5B-A499-BB0FC04447A7}"/>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8888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0" y="0"/>
            <a:ext cx="12191999" cy="6678000"/>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or Drag and Drop your Image</a:t>
            </a:r>
          </a:p>
        </p:txBody>
      </p:sp>
      <p:sp>
        <p:nvSpPr>
          <p:cNvPr id="3" name="Slide Number Placeholder 2">
            <a:extLst>
              <a:ext uri="{FF2B5EF4-FFF2-40B4-BE49-F238E27FC236}">
                <a16:creationId xmlns:a16="http://schemas.microsoft.com/office/drawing/2014/main" id="{719A41AC-399F-4B25-A28A-F7679843C36E}"/>
              </a:ext>
            </a:extLst>
          </p:cNvPr>
          <p:cNvSpPr>
            <a:spLocks noGrp="1"/>
          </p:cNvSpPr>
          <p:nvPr>
            <p:ph type="sldNum" sz="quarter" idx="16"/>
          </p:nvPr>
        </p:nvSpPr>
        <p:spPr/>
        <p:txBody>
          <a:bodyPr/>
          <a:lstStyle/>
          <a:p>
            <a:fld id="{058DB212-BFA2-403F-85EF-DFD3FF6D973A}" type="slidenum">
              <a:rPr lang="en-US" noProof="0" smtClean="0"/>
              <a:pPr/>
              <a:t>‹#›</a:t>
            </a:fld>
            <a:endParaRPr lang="en-US" noProof="0"/>
          </a:p>
        </p:txBody>
      </p:sp>
      <p:sp>
        <p:nvSpPr>
          <p:cNvPr id="10" name="Caption">
            <a:extLst>
              <a:ext uri="{FF2B5EF4-FFF2-40B4-BE49-F238E27FC236}">
                <a16:creationId xmlns:a16="http://schemas.microsoft.com/office/drawing/2014/main" id="{E1C65CF6-B529-468F-B46C-1D1C2E71A116}"/>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2" name="Title 1">
            <a:extLst>
              <a:ext uri="{FF2B5EF4-FFF2-40B4-BE49-F238E27FC236}">
                <a16:creationId xmlns:a16="http://schemas.microsoft.com/office/drawing/2014/main" id="{FC5845FB-DCB7-4844-B346-98986ADFCE02}"/>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421880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FB784EBA-F0C5-4F6F-9426-185FBA239203}"/>
              </a:ext>
            </a:extLst>
          </p:cNvPr>
          <p:cNvSpPr>
            <a:spLocks noGrp="1"/>
          </p:cNvSpPr>
          <p:nvPr>
            <p:ph type="media" sz="quarter" idx="15" hasCustomPrompt="1"/>
          </p:nvPr>
        </p:nvSpPr>
        <p:spPr>
          <a:xfrm>
            <a:off x="0" y="0"/>
            <a:ext cx="12192000" cy="6678000"/>
          </a:xfrm>
          <a:pattFill prst="dkUpDiag">
            <a:fgClr>
              <a:schemeClr val="bg1">
                <a:lumMod val="85000"/>
              </a:schemeClr>
            </a:fgClr>
            <a:bgClr>
              <a:schemeClr val="bg1">
                <a:lumMod val="95000"/>
              </a:schemeClr>
            </a:bgClr>
          </a:patt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noProof="0"/>
              <a:t>Insert Your Video</a:t>
            </a:r>
          </a:p>
        </p:txBody>
      </p:sp>
      <p:sp>
        <p:nvSpPr>
          <p:cNvPr id="5" name="Caption">
            <a:extLst>
              <a:ext uri="{FF2B5EF4-FFF2-40B4-BE49-F238E27FC236}">
                <a16:creationId xmlns:a16="http://schemas.microsoft.com/office/drawing/2014/main" id="{172090C5-61AC-430F-AA33-8EF3902C4669}"/>
              </a:ext>
            </a:extLst>
          </p:cNvPr>
          <p:cNvSpPr>
            <a:spLocks noGrp="1"/>
          </p:cNvSpPr>
          <p:nvPr>
            <p:ph type="body" sz="quarter" idx="14" hasCustomPrompt="1"/>
          </p:nvPr>
        </p:nvSpPr>
        <p:spPr>
          <a:xfrm>
            <a:off x="7801275" y="6156000"/>
            <a:ext cx="3793125" cy="396000"/>
          </a:xfrm>
          <a:solidFill>
            <a:schemeClr val="tx1"/>
          </a:solidFill>
        </p:spPr>
        <p:txBody>
          <a:bodyPr lIns="72000" tIns="72000"/>
          <a:lstStyle>
            <a:lvl1pPr marL="0" indent="0">
              <a:buNone/>
              <a:defRPr>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a:r>
              <a:rPr lang="en-US" noProof="0"/>
              <a:t>Place your Image Caption Here</a:t>
            </a:r>
          </a:p>
        </p:txBody>
      </p:sp>
      <p:sp>
        <p:nvSpPr>
          <p:cNvPr id="4" name="Slide Number Placeholder 3">
            <a:extLst>
              <a:ext uri="{FF2B5EF4-FFF2-40B4-BE49-F238E27FC236}">
                <a16:creationId xmlns:a16="http://schemas.microsoft.com/office/drawing/2014/main" id="{8377EBDA-221D-4CBD-8DBF-E03A370015DB}"/>
              </a:ext>
            </a:extLst>
          </p:cNvPr>
          <p:cNvSpPr>
            <a:spLocks noGrp="1"/>
          </p:cNvSpPr>
          <p:nvPr>
            <p:ph type="sldNum" sz="quarter" idx="17"/>
          </p:nvPr>
        </p:nvSpPr>
        <p:spPr/>
        <p:txBody>
          <a:bodyPr/>
          <a:lstStyle/>
          <a:p>
            <a:fld id="{058DB212-BFA2-403F-85EF-DFD3FF6D973A}" type="slidenum">
              <a:rPr lang="en-US" noProof="0" smtClean="0"/>
              <a:pPr/>
              <a:t>‹#›</a:t>
            </a:fld>
            <a:endParaRPr lang="en-US" noProof="0"/>
          </a:p>
        </p:txBody>
      </p:sp>
      <p:sp>
        <p:nvSpPr>
          <p:cNvPr id="2" name="Title 1">
            <a:extLst>
              <a:ext uri="{FF2B5EF4-FFF2-40B4-BE49-F238E27FC236}">
                <a16:creationId xmlns:a16="http://schemas.microsoft.com/office/drawing/2014/main" id="{882508FC-366E-44DA-80A8-28048E1E4AEF}"/>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232158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Divider">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111E4563-E2FC-4D6F-B759-AB4FB77D270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7799832" cy="6675120"/>
          </a:xfrm>
          <a:prstGeom prst="rect">
            <a:avLst/>
          </a:prstGeom>
        </p:spPr>
      </p:pic>
      <p:sp>
        <p:nvSpPr>
          <p:cNvPr id="24" name="Rectangle 23">
            <a:extLst>
              <a:ext uri="{FF2B5EF4-FFF2-40B4-BE49-F238E27FC236}">
                <a16:creationId xmlns:a16="http://schemas.microsoft.com/office/drawing/2014/main" id="{92FE8913-A018-418C-99FB-2DF342B9B5A0}"/>
              </a:ext>
            </a:extLst>
          </p:cNvPr>
          <p:cNvSpPr/>
          <p:nvPr userDrawn="1"/>
        </p:nvSpPr>
        <p:spPr>
          <a:xfrm>
            <a:off x="0" y="0"/>
            <a:ext cx="7802524" cy="6677644"/>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Picture Placeholder 9">
            <a:extLst>
              <a:ext uri="{FF2B5EF4-FFF2-40B4-BE49-F238E27FC236}">
                <a16:creationId xmlns:a16="http://schemas.microsoft.com/office/drawing/2014/main" id="{AF7702AD-1968-4CE6-BC7C-02C0637069A8}"/>
              </a:ext>
            </a:extLst>
          </p:cNvPr>
          <p:cNvSpPr>
            <a:spLocks noGrp="1"/>
          </p:cNvSpPr>
          <p:nvPr>
            <p:ph type="pic" sz="quarter" idx="14" hasCustomPrompt="1"/>
          </p:nvPr>
        </p:nvSpPr>
        <p:spPr>
          <a:xfrm>
            <a:off x="7801097" y="1"/>
            <a:ext cx="4389475" cy="6677644"/>
          </a:xfrm>
          <a:solidFill>
            <a:schemeClr val="bg1">
              <a:lumMod val="95000"/>
            </a:schemeClr>
          </a:solidFill>
        </p:spPr>
        <p:txBody>
          <a:bodyPr anchor="ctr"/>
          <a:lstStyle>
            <a:lvl1pPr marL="0" indent="0" algn="ctr">
              <a:buNone/>
              <a:defRPr sz="1600" i="1">
                <a:latin typeface="Times New Roman" panose="02020603050405020304" pitchFamily="18" charset="0"/>
                <a:cs typeface="Times New Roman" panose="02020603050405020304" pitchFamily="18" charset="0"/>
              </a:defRPr>
            </a:lvl1pPr>
          </a:lstStyle>
          <a:p>
            <a:r>
              <a:rPr lang="en-US"/>
              <a:t>Insert or Drag and Drop your Image</a:t>
            </a:r>
            <a:endParaRPr lang="en-US" dirty="0"/>
          </a:p>
        </p:txBody>
      </p:sp>
      <p:sp>
        <p:nvSpPr>
          <p:cNvPr id="13" name="Title 1">
            <a:extLst>
              <a:ext uri="{FF2B5EF4-FFF2-40B4-BE49-F238E27FC236}">
                <a16:creationId xmlns:a16="http://schemas.microsoft.com/office/drawing/2014/main" id="{C6A78464-8D00-4B94-90C7-90F1B54C8AA0}"/>
              </a:ext>
            </a:extLst>
          </p:cNvPr>
          <p:cNvSpPr>
            <a:spLocks noGrp="1"/>
          </p:cNvSpPr>
          <p:nvPr>
            <p:ph type="ctrTitle" hasCustomPrompt="1"/>
          </p:nvPr>
        </p:nvSpPr>
        <p:spPr>
          <a:xfrm>
            <a:off x="794862" y="3032684"/>
            <a:ext cx="3759807" cy="1547813"/>
          </a:xfrm>
        </p:spPr>
        <p:txBody>
          <a:bodyPr anchor="b"/>
          <a:lstStyle>
            <a:lvl1pPr algn="l">
              <a:lnSpc>
                <a:spcPts val="4000"/>
              </a:lnSpc>
              <a:defRPr sz="6600" spc="-150">
                <a:solidFill>
                  <a:schemeClr val="bg1"/>
                </a:solidFill>
              </a:defRPr>
            </a:lvl1pPr>
          </a:lstStyle>
          <a:p>
            <a:r>
              <a:rPr lang="en-US"/>
              <a:t>Thank You</a:t>
            </a:r>
            <a:endParaRPr lang="en-US" dirty="0"/>
          </a:p>
        </p:txBody>
      </p:sp>
      <p:sp>
        <p:nvSpPr>
          <p:cNvPr id="18" name="Graphic 15">
            <a:extLst>
              <a:ext uri="{FF2B5EF4-FFF2-40B4-BE49-F238E27FC236}">
                <a16:creationId xmlns:a16="http://schemas.microsoft.com/office/drawing/2014/main" id="{F50292C9-54F6-4F7B-A885-34CE1E3B0351}"/>
              </a:ext>
            </a:extLst>
          </p:cNvPr>
          <p:cNvSpPr/>
          <p:nvPr userDrawn="1"/>
        </p:nvSpPr>
        <p:spPr>
          <a:xfrm>
            <a:off x="1774391" y="4123811"/>
            <a:ext cx="6027420" cy="2599249"/>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034564 w 6505575"/>
              <a:gd name="connsiteY11" fmla="*/ 69886 h 2609850"/>
              <a:gd name="connsiteX12" fmla="*/ 6507004 w 6505575"/>
              <a:gd name="connsiteY12" fmla="*/ 1395766 h 2609850"/>
              <a:gd name="connsiteX13" fmla="*/ 6507004 w 6505575"/>
              <a:gd name="connsiteY13" fmla="*/ 2605441 h 2609850"/>
              <a:gd name="connsiteX14" fmla="*/ 7144 w 6505575"/>
              <a:gd name="connsiteY14" fmla="*/ 2605441 h 2609850"/>
              <a:gd name="connsiteX0" fmla="*/ 6499860 w 6591300"/>
              <a:gd name="connsiteY0" fmla="*/ 1388622 h 2599249"/>
              <a:gd name="connsiteX1" fmla="*/ 6499860 w 6591300"/>
              <a:gd name="connsiteY1" fmla="*/ 2598297 h 2599249"/>
              <a:gd name="connsiteX2" fmla="*/ 0 w 6591300"/>
              <a:gd name="connsiteY2" fmla="*/ 2598297 h 2599249"/>
              <a:gd name="connsiteX3" fmla="*/ 0 w 6591300"/>
              <a:gd name="connsiteY3" fmla="*/ 2599249 h 2599249"/>
              <a:gd name="connsiteX4" fmla="*/ 874395 w 6591300"/>
              <a:gd name="connsiteY4" fmla="*/ 2055372 h 2599249"/>
              <a:gd name="connsiteX5" fmla="*/ 1470660 w 6591300"/>
              <a:gd name="connsiteY5" fmla="*/ 2049657 h 2599249"/>
              <a:gd name="connsiteX6" fmla="*/ 1562100 w 6591300"/>
              <a:gd name="connsiteY6" fmla="*/ 2104902 h 2599249"/>
              <a:gd name="connsiteX7" fmla="*/ 2532697 w 6591300"/>
              <a:gd name="connsiteY7" fmla="*/ 2077279 h 2599249"/>
              <a:gd name="connsiteX8" fmla="*/ 3231832 w 6591300"/>
              <a:gd name="connsiteY8" fmla="*/ 1603887 h 2599249"/>
              <a:gd name="connsiteX9" fmla="*/ 3635692 w 6591300"/>
              <a:gd name="connsiteY9" fmla="*/ 1582932 h 2599249"/>
              <a:gd name="connsiteX10" fmla="*/ 3956685 w 6591300"/>
              <a:gd name="connsiteY10" fmla="*/ 1755334 h 2599249"/>
              <a:gd name="connsiteX11" fmla="*/ 4855845 w 6591300"/>
              <a:gd name="connsiteY11" fmla="*/ 1448629 h 2599249"/>
              <a:gd name="connsiteX12" fmla="*/ 5099685 w 6591300"/>
              <a:gd name="connsiteY12" fmla="*/ 727587 h 2599249"/>
              <a:gd name="connsiteX13" fmla="*/ 6027420 w 6591300"/>
              <a:gd name="connsiteY13" fmla="*/ 62742 h 2599249"/>
              <a:gd name="connsiteX14" fmla="*/ 6027420 w 6591300"/>
              <a:gd name="connsiteY14" fmla="*/ 62742 h 2599249"/>
              <a:gd name="connsiteX15" fmla="*/ 6591300 w 6591300"/>
              <a:gd name="connsiteY15" fmla="*/ 1480062 h 2599249"/>
              <a:gd name="connsiteX0" fmla="*/ 6499860 w 6591300"/>
              <a:gd name="connsiteY0" fmla="*/ 2598297 h 2599249"/>
              <a:gd name="connsiteX1" fmla="*/ 0 w 6591300"/>
              <a:gd name="connsiteY1" fmla="*/ 2598297 h 2599249"/>
              <a:gd name="connsiteX2" fmla="*/ 0 w 6591300"/>
              <a:gd name="connsiteY2" fmla="*/ 2599249 h 2599249"/>
              <a:gd name="connsiteX3" fmla="*/ 874395 w 6591300"/>
              <a:gd name="connsiteY3" fmla="*/ 2055372 h 2599249"/>
              <a:gd name="connsiteX4" fmla="*/ 1470660 w 6591300"/>
              <a:gd name="connsiteY4" fmla="*/ 2049657 h 2599249"/>
              <a:gd name="connsiteX5" fmla="*/ 1562100 w 6591300"/>
              <a:gd name="connsiteY5" fmla="*/ 2104902 h 2599249"/>
              <a:gd name="connsiteX6" fmla="*/ 2532697 w 6591300"/>
              <a:gd name="connsiteY6" fmla="*/ 2077279 h 2599249"/>
              <a:gd name="connsiteX7" fmla="*/ 3231832 w 6591300"/>
              <a:gd name="connsiteY7" fmla="*/ 1603887 h 2599249"/>
              <a:gd name="connsiteX8" fmla="*/ 3635692 w 6591300"/>
              <a:gd name="connsiteY8" fmla="*/ 1582932 h 2599249"/>
              <a:gd name="connsiteX9" fmla="*/ 3956685 w 6591300"/>
              <a:gd name="connsiteY9" fmla="*/ 1755334 h 2599249"/>
              <a:gd name="connsiteX10" fmla="*/ 4855845 w 6591300"/>
              <a:gd name="connsiteY10" fmla="*/ 1448629 h 2599249"/>
              <a:gd name="connsiteX11" fmla="*/ 5099685 w 6591300"/>
              <a:gd name="connsiteY11" fmla="*/ 727587 h 2599249"/>
              <a:gd name="connsiteX12" fmla="*/ 6027420 w 6591300"/>
              <a:gd name="connsiteY12" fmla="*/ 62742 h 2599249"/>
              <a:gd name="connsiteX13" fmla="*/ 6027420 w 6591300"/>
              <a:gd name="connsiteY13" fmla="*/ 62742 h 2599249"/>
              <a:gd name="connsiteX14" fmla="*/ 6591300 w 6591300"/>
              <a:gd name="connsiteY14" fmla="*/ 1480062 h 2599249"/>
              <a:gd name="connsiteX0" fmla="*/ 0 w 6591300"/>
              <a:gd name="connsiteY0" fmla="*/ 2598297 h 2599249"/>
              <a:gd name="connsiteX1" fmla="*/ 0 w 6591300"/>
              <a:gd name="connsiteY1" fmla="*/ 2599249 h 2599249"/>
              <a:gd name="connsiteX2" fmla="*/ 874395 w 6591300"/>
              <a:gd name="connsiteY2" fmla="*/ 2055372 h 2599249"/>
              <a:gd name="connsiteX3" fmla="*/ 1470660 w 6591300"/>
              <a:gd name="connsiteY3" fmla="*/ 2049657 h 2599249"/>
              <a:gd name="connsiteX4" fmla="*/ 1562100 w 6591300"/>
              <a:gd name="connsiteY4" fmla="*/ 2104902 h 2599249"/>
              <a:gd name="connsiteX5" fmla="*/ 2532697 w 6591300"/>
              <a:gd name="connsiteY5" fmla="*/ 2077279 h 2599249"/>
              <a:gd name="connsiteX6" fmla="*/ 3231832 w 6591300"/>
              <a:gd name="connsiteY6" fmla="*/ 1603887 h 2599249"/>
              <a:gd name="connsiteX7" fmla="*/ 3635692 w 6591300"/>
              <a:gd name="connsiteY7" fmla="*/ 1582932 h 2599249"/>
              <a:gd name="connsiteX8" fmla="*/ 3956685 w 6591300"/>
              <a:gd name="connsiteY8" fmla="*/ 1755334 h 2599249"/>
              <a:gd name="connsiteX9" fmla="*/ 4855845 w 6591300"/>
              <a:gd name="connsiteY9" fmla="*/ 1448629 h 2599249"/>
              <a:gd name="connsiteX10" fmla="*/ 5099685 w 6591300"/>
              <a:gd name="connsiteY10" fmla="*/ 727587 h 2599249"/>
              <a:gd name="connsiteX11" fmla="*/ 6027420 w 6591300"/>
              <a:gd name="connsiteY11" fmla="*/ 62742 h 2599249"/>
              <a:gd name="connsiteX12" fmla="*/ 6027420 w 6591300"/>
              <a:gd name="connsiteY12" fmla="*/ 62742 h 2599249"/>
              <a:gd name="connsiteX13" fmla="*/ 6591300 w 6591300"/>
              <a:gd name="connsiteY13" fmla="*/ 1480062 h 2599249"/>
              <a:gd name="connsiteX0" fmla="*/ 0 w 6027420"/>
              <a:gd name="connsiteY0" fmla="*/ 2598297 h 2599249"/>
              <a:gd name="connsiteX1" fmla="*/ 0 w 6027420"/>
              <a:gd name="connsiteY1" fmla="*/ 2599249 h 2599249"/>
              <a:gd name="connsiteX2" fmla="*/ 874395 w 6027420"/>
              <a:gd name="connsiteY2" fmla="*/ 2055372 h 2599249"/>
              <a:gd name="connsiteX3" fmla="*/ 1470660 w 6027420"/>
              <a:gd name="connsiteY3" fmla="*/ 2049657 h 2599249"/>
              <a:gd name="connsiteX4" fmla="*/ 1562100 w 6027420"/>
              <a:gd name="connsiteY4" fmla="*/ 2104902 h 2599249"/>
              <a:gd name="connsiteX5" fmla="*/ 2532697 w 6027420"/>
              <a:gd name="connsiteY5" fmla="*/ 2077279 h 2599249"/>
              <a:gd name="connsiteX6" fmla="*/ 3231832 w 6027420"/>
              <a:gd name="connsiteY6" fmla="*/ 1603887 h 2599249"/>
              <a:gd name="connsiteX7" fmla="*/ 3635692 w 6027420"/>
              <a:gd name="connsiteY7" fmla="*/ 1582932 h 2599249"/>
              <a:gd name="connsiteX8" fmla="*/ 3956685 w 6027420"/>
              <a:gd name="connsiteY8" fmla="*/ 1755334 h 2599249"/>
              <a:gd name="connsiteX9" fmla="*/ 4855845 w 6027420"/>
              <a:gd name="connsiteY9" fmla="*/ 1448629 h 2599249"/>
              <a:gd name="connsiteX10" fmla="*/ 5099685 w 6027420"/>
              <a:gd name="connsiteY10" fmla="*/ 727587 h 2599249"/>
              <a:gd name="connsiteX11" fmla="*/ 6027420 w 6027420"/>
              <a:gd name="connsiteY11" fmla="*/ 62742 h 2599249"/>
              <a:gd name="connsiteX12" fmla="*/ 6027420 w 6027420"/>
              <a:gd name="connsiteY12" fmla="*/ 62742 h 2599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27420" h="2599249">
                <a:moveTo>
                  <a:pt x="0" y="2598297"/>
                </a:moveTo>
                <a:lnTo>
                  <a:pt x="0" y="2599249"/>
                </a:lnTo>
                <a:lnTo>
                  <a:pt x="874395" y="2055372"/>
                </a:lnTo>
                <a:cubicBezTo>
                  <a:pt x="1056322" y="1942024"/>
                  <a:pt x="1286827" y="1940119"/>
                  <a:pt x="1470660" y="2049657"/>
                </a:cubicBezTo>
                <a:lnTo>
                  <a:pt x="1562100" y="2104902"/>
                </a:lnTo>
                <a:cubicBezTo>
                  <a:pt x="1863090" y="2284924"/>
                  <a:pt x="2241232" y="2273494"/>
                  <a:pt x="2532697" y="2077279"/>
                </a:cubicBezTo>
                <a:lnTo>
                  <a:pt x="3231832" y="1603887"/>
                </a:lnTo>
                <a:cubicBezTo>
                  <a:pt x="3351847" y="1521972"/>
                  <a:pt x="3508057" y="1514352"/>
                  <a:pt x="3635692" y="1582932"/>
                </a:cubicBezTo>
                <a:lnTo>
                  <a:pt x="3956685" y="1755334"/>
                </a:lnTo>
                <a:cubicBezTo>
                  <a:pt x="4288155" y="1933452"/>
                  <a:pt x="4701540" y="1792482"/>
                  <a:pt x="4855845" y="1448629"/>
                </a:cubicBezTo>
                <a:lnTo>
                  <a:pt x="5099685" y="727587"/>
                </a:lnTo>
                <a:cubicBezTo>
                  <a:pt x="5228273" y="156087"/>
                  <a:pt x="5863590" y="-137283"/>
                  <a:pt x="6027420" y="62742"/>
                </a:cubicBezTo>
                <a:lnTo>
                  <a:pt x="6027420" y="62742"/>
                </a:lnTo>
              </a:path>
            </a:pathLst>
          </a:custGeom>
          <a:noFill/>
          <a:ln w="9525" cap="flat">
            <a:solidFill>
              <a:schemeClr val="bg1"/>
            </a:solidFill>
            <a:prstDash val="dash"/>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5" name="Name">
            <a:extLst>
              <a:ext uri="{FF2B5EF4-FFF2-40B4-BE49-F238E27FC236}">
                <a16:creationId xmlns:a16="http://schemas.microsoft.com/office/drawing/2014/main" id="{B8C48821-0D90-416C-873E-50587E8A0C8E}"/>
              </a:ext>
            </a:extLst>
          </p:cNvPr>
          <p:cNvSpPr>
            <a:spLocks noGrp="1"/>
          </p:cNvSpPr>
          <p:nvPr>
            <p:ph type="body" sz="quarter" idx="11" hasCustomPrompt="1"/>
          </p:nvPr>
        </p:nvSpPr>
        <p:spPr>
          <a:xfrm>
            <a:off x="794861" y="4741677"/>
            <a:ext cx="3756943" cy="252000"/>
          </a:xfrm>
        </p:spPr>
        <p:txBody>
          <a:bodyPr anchor="ctr"/>
          <a:lstStyle>
            <a:lvl1pPr marL="0" indent="0">
              <a:buNone/>
              <a:defRPr sz="1600">
                <a:solidFill>
                  <a:schemeClr val="bg1"/>
                </a:solidFill>
                <a:latin typeface="+mn-lt"/>
              </a:defRPr>
            </a:lvl1pPr>
          </a:lstStyle>
          <a:p>
            <a:pPr lvl="0"/>
            <a:r>
              <a:rPr lang="en-US"/>
              <a:t>Name</a:t>
            </a:r>
            <a:endParaRPr lang="en-US" dirty="0"/>
          </a:p>
        </p:txBody>
      </p:sp>
      <p:sp>
        <p:nvSpPr>
          <p:cNvPr id="16" name="Email">
            <a:extLst>
              <a:ext uri="{FF2B5EF4-FFF2-40B4-BE49-F238E27FC236}">
                <a16:creationId xmlns:a16="http://schemas.microsoft.com/office/drawing/2014/main" id="{42450180-8D19-405E-97F0-2A309B58D01C}"/>
              </a:ext>
            </a:extLst>
          </p:cNvPr>
          <p:cNvSpPr>
            <a:spLocks noGrp="1"/>
          </p:cNvSpPr>
          <p:nvPr>
            <p:ph type="body" sz="quarter" idx="12" hasCustomPrompt="1"/>
          </p:nvPr>
        </p:nvSpPr>
        <p:spPr>
          <a:xfrm>
            <a:off x="1088990" y="5147137"/>
            <a:ext cx="3462814" cy="252000"/>
          </a:xfrm>
        </p:spPr>
        <p:txBody>
          <a:bodyPr anchor="ctr"/>
          <a:lstStyle>
            <a:lvl1pPr marL="0" indent="0">
              <a:buNone/>
              <a:defRPr sz="1200">
                <a:solidFill>
                  <a:schemeClr val="bg1"/>
                </a:solidFill>
                <a:latin typeface="+mn-lt"/>
              </a:defRPr>
            </a:lvl1pPr>
          </a:lstStyle>
          <a:p>
            <a:pPr lvl="0"/>
            <a:r>
              <a:rPr lang="en-US"/>
              <a:t>Email</a:t>
            </a:r>
            <a:endParaRPr lang="en-US" dirty="0"/>
          </a:p>
        </p:txBody>
      </p:sp>
      <p:sp>
        <p:nvSpPr>
          <p:cNvPr id="19" name="Rectangle 18">
            <a:extLst>
              <a:ext uri="{FF2B5EF4-FFF2-40B4-BE49-F238E27FC236}">
                <a16:creationId xmlns:a16="http://schemas.microsoft.com/office/drawing/2014/main" id="{C837F23B-0C4D-4D27-BF83-0B10D1CFFDCD}"/>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39551A1-FBAD-4CC8-AA99-F9F4D4281782}"/>
              </a:ext>
            </a:extLst>
          </p:cNvPr>
          <p:cNvSpPr/>
          <p:nvPr userDrawn="1"/>
        </p:nvSpPr>
        <p:spPr>
          <a:xfrm>
            <a:off x="7804351" y="6678000"/>
            <a:ext cx="4224296"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endParaRPr lang="en-US" sz="1000" noProof="1">
              <a:latin typeface="Tw Cen MT" panose="020B0602020104020603" pitchFamily="34" charset="0"/>
            </a:endParaRPr>
          </a:p>
        </p:txBody>
      </p:sp>
      <p:sp>
        <p:nvSpPr>
          <p:cNvPr id="14" name="Slide Number Placeholder 5">
            <a:extLst>
              <a:ext uri="{FF2B5EF4-FFF2-40B4-BE49-F238E27FC236}">
                <a16:creationId xmlns:a16="http://schemas.microsoft.com/office/drawing/2014/main" id="{5F695C6B-DBEE-447E-B106-7351E00BD0AF}"/>
              </a:ext>
            </a:extLst>
          </p:cNvPr>
          <p:cNvSpPr txBox="1">
            <a:spLocks/>
          </p:cNvSpPr>
          <p:nvPr userDrawn="1"/>
        </p:nvSpPr>
        <p:spPr>
          <a:xfrm>
            <a:off x="12030074" y="6678000"/>
            <a:ext cx="161925" cy="144000"/>
          </a:xfrm>
          <a:prstGeom prst="rect">
            <a:avLst/>
          </a:prstGeom>
          <a:solidFill>
            <a:schemeClr val="accent1"/>
          </a:solidFill>
        </p:spPr>
        <p:txBody>
          <a:bodyPr vert="horz" lIns="0" tIns="0" rIns="72000" bIns="0" rtlCol="0" anchor="ctr"/>
          <a:lstStyle>
            <a:defPPr>
              <a:defRPr lang="en-US"/>
            </a:defPPr>
            <a:lvl1pPr marL="0" algn="r" defTabSz="914400" rtl="0" eaLnBrk="1" latinLnBrk="0" hangingPunct="1">
              <a:defRPr sz="12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23" name="Rectangle 22">
            <a:extLst>
              <a:ext uri="{FF2B5EF4-FFF2-40B4-BE49-F238E27FC236}">
                <a16:creationId xmlns:a16="http://schemas.microsoft.com/office/drawing/2014/main" id="{E1A38929-6316-4332-83F8-9E95386C7C42}"/>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Tree>
    <p:extLst>
      <p:ext uri="{BB962C8B-B14F-4D97-AF65-F5344CB8AC3E}">
        <p14:creationId xmlns:p14="http://schemas.microsoft.com/office/powerpoint/2010/main" val="3277472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21DB-2DD6-4869-9104-BE40FBBCCE31}"/>
              </a:ext>
            </a:extLst>
          </p:cNvPr>
          <p:cNvSpPr>
            <a:spLocks noGrp="1"/>
          </p:cNvSpPr>
          <p:nvPr>
            <p:ph type="title"/>
          </p:nvPr>
        </p:nvSpPr>
        <p:spPr/>
        <p:txBody>
          <a:bodyPr/>
          <a:lstStyle/>
          <a:p>
            <a:r>
              <a:rPr lang="en-US" noProof="0"/>
              <a:t>Click to edit Master title style</a:t>
            </a:r>
          </a:p>
        </p:txBody>
      </p:sp>
      <p:sp>
        <p:nvSpPr>
          <p:cNvPr id="10" name="Subtitle">
            <a:extLst>
              <a:ext uri="{FF2B5EF4-FFF2-40B4-BE49-F238E27FC236}">
                <a16:creationId xmlns:a16="http://schemas.microsoft.com/office/drawing/2014/main" id="{1CC9B96F-1A0A-4B16-BDF7-48B289CD533E}"/>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Content Placeholder 2">
            <a:extLst>
              <a:ext uri="{FF2B5EF4-FFF2-40B4-BE49-F238E27FC236}">
                <a16:creationId xmlns:a16="http://schemas.microsoft.com/office/drawing/2014/main" id="{D69A7081-42C5-4F4E-8A26-E7788CCF4FE5}"/>
              </a:ext>
            </a:extLst>
          </p:cNvPr>
          <p:cNvSpPr>
            <a:spLocks noGrp="1"/>
          </p:cNvSpPr>
          <p:nvPr>
            <p:ph idx="1"/>
          </p:nvPr>
        </p:nvSpPr>
        <p:spPr>
          <a:xfrm>
            <a:off x="360000" y="1620000"/>
            <a:ext cx="114732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Footer Placeholder 3">
            <a:extLst>
              <a:ext uri="{FF2B5EF4-FFF2-40B4-BE49-F238E27FC236}">
                <a16:creationId xmlns:a16="http://schemas.microsoft.com/office/drawing/2014/main" id="{9038FCAA-94B1-47BD-AD46-123D3404BBB2}"/>
              </a:ext>
            </a:extLst>
          </p:cNvPr>
          <p:cNvSpPr>
            <a:spLocks noGrp="1"/>
          </p:cNvSpPr>
          <p:nvPr>
            <p:ph type="ftr" sz="quarter" idx="13"/>
          </p:nvPr>
        </p:nvSpPr>
        <p:spPr/>
        <p:txBody>
          <a:bodyPr/>
          <a:lstStyle/>
          <a:p>
            <a:r>
              <a:rPr lang="en-US" noProof="0"/>
              <a:t>Add a footer</a:t>
            </a:r>
          </a:p>
        </p:txBody>
      </p:sp>
      <p:sp>
        <p:nvSpPr>
          <p:cNvPr id="5" name="Slide Number Placeholder 4">
            <a:extLst>
              <a:ext uri="{FF2B5EF4-FFF2-40B4-BE49-F238E27FC236}">
                <a16:creationId xmlns:a16="http://schemas.microsoft.com/office/drawing/2014/main" id="{81A11CEA-C130-40E5-A858-8D4FE6E58641}"/>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70877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F7CBC-CC93-4AB3-9D46-61075505816B}"/>
              </a:ext>
            </a:extLst>
          </p:cNvPr>
          <p:cNvSpPr>
            <a:spLocks noGrp="1"/>
          </p:cNvSpPr>
          <p:nvPr>
            <p:ph type="title"/>
          </p:nvPr>
        </p:nvSpPr>
        <p:spPr>
          <a:xfrm>
            <a:off x="360000" y="360000"/>
            <a:ext cx="11473200" cy="540000"/>
          </a:xfrm>
        </p:spPr>
        <p:txBody>
          <a:bodyPr/>
          <a:lstStyle/>
          <a:p>
            <a:r>
              <a:rPr lang="en-US" noProof="0"/>
              <a:t>Click to edit Master title style</a:t>
            </a:r>
          </a:p>
        </p:txBody>
      </p:sp>
      <p:sp>
        <p:nvSpPr>
          <p:cNvPr id="16" name="Subtitle">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Left Col">
            <a:extLst>
              <a:ext uri="{FF2B5EF4-FFF2-40B4-BE49-F238E27FC236}">
                <a16:creationId xmlns:a16="http://schemas.microsoft.com/office/drawing/2014/main" id="{49529B8D-BAD9-4E6D-82F7-0275D8195AA9}"/>
              </a:ext>
            </a:extLst>
          </p:cNvPr>
          <p:cNvSpPr>
            <a:spLocks noGrp="1"/>
          </p:cNvSpPr>
          <p:nvPr>
            <p:ph sz="half" idx="1"/>
          </p:nvPr>
        </p:nvSpPr>
        <p:spPr>
          <a:xfrm>
            <a:off x="3600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ight Col">
            <a:extLst>
              <a:ext uri="{FF2B5EF4-FFF2-40B4-BE49-F238E27FC236}">
                <a16:creationId xmlns:a16="http://schemas.microsoft.com/office/drawing/2014/main" id="{0AAD114E-6BCC-4476-8E44-12E87D4675E2}"/>
              </a:ext>
            </a:extLst>
          </p:cNvPr>
          <p:cNvSpPr>
            <a:spLocks noGrp="1"/>
          </p:cNvSpPr>
          <p:nvPr>
            <p:ph sz="half" idx="2"/>
          </p:nvPr>
        </p:nvSpPr>
        <p:spPr>
          <a:xfrm>
            <a:off x="6253200" y="1620000"/>
            <a:ext cx="5580000" cy="45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3CFF9123-1F0C-4BD2-8233-FEE5B2A46612}"/>
              </a:ext>
            </a:extLst>
          </p:cNvPr>
          <p:cNvSpPr>
            <a:spLocks noGrp="1"/>
          </p:cNvSpPr>
          <p:nvPr>
            <p:ph type="ftr" sz="quarter" idx="13"/>
          </p:nvPr>
        </p:nvSpPr>
        <p:spPr/>
        <p:txBody>
          <a:bodyPr/>
          <a:lstStyle/>
          <a:p>
            <a:r>
              <a:rPr lang="en-US" noProof="0"/>
              <a:t>Add a footer</a:t>
            </a:r>
          </a:p>
        </p:txBody>
      </p:sp>
      <p:sp>
        <p:nvSpPr>
          <p:cNvPr id="6" name="Slide Number Placeholder 5">
            <a:extLst>
              <a:ext uri="{FF2B5EF4-FFF2-40B4-BE49-F238E27FC236}">
                <a16:creationId xmlns:a16="http://schemas.microsoft.com/office/drawing/2014/main" id="{111E8981-59A6-4480-80A6-5619C2201789}"/>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1311923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DDDF3-2E7E-4175-ACE9-B214DCE40C6E}"/>
              </a:ext>
            </a:extLst>
          </p:cNvPr>
          <p:cNvSpPr>
            <a:spLocks noGrp="1"/>
          </p:cNvSpPr>
          <p:nvPr>
            <p:ph type="title"/>
          </p:nvPr>
        </p:nvSpPr>
        <p:spPr/>
        <p:txBody>
          <a:bodyPr/>
          <a:lstStyle/>
          <a:p>
            <a:r>
              <a:rPr lang="en-US" noProof="0"/>
              <a:t>Click to edit Master title style</a:t>
            </a:r>
          </a:p>
        </p:txBody>
      </p:sp>
      <p:sp>
        <p:nvSpPr>
          <p:cNvPr id="8" name="Subtitle">
            <a:extLst>
              <a:ext uri="{FF2B5EF4-FFF2-40B4-BE49-F238E27FC236}">
                <a16:creationId xmlns:a16="http://schemas.microsoft.com/office/drawing/2014/main" id="{5302A3D4-CF60-41AF-924C-B30D3FD99751}"/>
              </a:ext>
            </a:extLst>
          </p:cNvPr>
          <p:cNvSpPr>
            <a:spLocks noGrp="1"/>
          </p:cNvSpPr>
          <p:nvPr>
            <p:ph type="body" sz="quarter" idx="12" hasCustomPrompt="1"/>
          </p:nvPr>
        </p:nvSpPr>
        <p:spPr>
          <a:xfrm>
            <a:off x="360363" y="1080000"/>
            <a:ext cx="11471275" cy="360362"/>
          </a:xfrm>
        </p:spPr>
        <p:txBody>
          <a:bodyPr/>
          <a:lstStyle>
            <a:lvl1pPr marL="0" indent="0">
              <a:buNone/>
              <a:defRPr sz="2100"/>
            </a:lvl1pPr>
          </a:lstStyle>
          <a:p>
            <a:pPr lvl="0"/>
            <a:r>
              <a:rPr lang="en-US" noProof="0"/>
              <a:t>Subtitle</a:t>
            </a:r>
          </a:p>
        </p:txBody>
      </p:sp>
      <p:sp>
        <p:nvSpPr>
          <p:cNvPr id="3" name="Footer Placeholder 2">
            <a:extLst>
              <a:ext uri="{FF2B5EF4-FFF2-40B4-BE49-F238E27FC236}">
                <a16:creationId xmlns:a16="http://schemas.microsoft.com/office/drawing/2014/main" id="{2E0E8FCF-8FC7-49D2-9516-7662294E35B7}"/>
              </a:ext>
            </a:extLst>
          </p:cNvPr>
          <p:cNvSpPr>
            <a:spLocks noGrp="1"/>
          </p:cNvSpPr>
          <p:nvPr>
            <p:ph type="ftr" sz="quarter" idx="13"/>
          </p:nvPr>
        </p:nvSpPr>
        <p:spPr/>
        <p:txBody>
          <a:bodyPr/>
          <a:lstStyle/>
          <a:p>
            <a:r>
              <a:rPr lang="en-US" noProof="0"/>
              <a:t>Add a footer</a:t>
            </a:r>
          </a:p>
        </p:txBody>
      </p:sp>
      <p:sp>
        <p:nvSpPr>
          <p:cNvPr id="4" name="Slide Number Placeholder 3">
            <a:extLst>
              <a:ext uri="{FF2B5EF4-FFF2-40B4-BE49-F238E27FC236}">
                <a16:creationId xmlns:a16="http://schemas.microsoft.com/office/drawing/2014/main" id="{216208B4-CFD5-4FAE-9519-74EFAC0B0368}"/>
              </a:ext>
            </a:extLst>
          </p:cNvPr>
          <p:cNvSpPr>
            <a:spLocks noGrp="1"/>
          </p:cNvSpPr>
          <p:nvPr>
            <p:ph type="sldNum" sz="quarter" idx="14"/>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4212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ED074E-AB07-44D1-8B4E-189EAEF798D6}"/>
              </a:ext>
            </a:extLst>
          </p:cNvPr>
          <p:cNvSpPr>
            <a:spLocks noGrp="1"/>
          </p:cNvSpPr>
          <p:nvPr>
            <p:ph type="ftr" sz="quarter" idx="10"/>
          </p:nvPr>
        </p:nvSpPr>
        <p:spPr/>
        <p:txBody>
          <a:bodyPr/>
          <a:lstStyle/>
          <a:p>
            <a:r>
              <a:rPr lang="en-US" noProof="0"/>
              <a:t>Add a footer</a:t>
            </a:r>
          </a:p>
        </p:txBody>
      </p:sp>
      <p:sp>
        <p:nvSpPr>
          <p:cNvPr id="3" name="Slide Number Placeholder 2">
            <a:extLst>
              <a:ext uri="{FF2B5EF4-FFF2-40B4-BE49-F238E27FC236}">
                <a16:creationId xmlns:a16="http://schemas.microsoft.com/office/drawing/2014/main" id="{2801D44B-9877-40D1-B788-EE3BFD57C5AB}"/>
              </a:ext>
            </a:extLst>
          </p:cNvPr>
          <p:cNvSpPr>
            <a:spLocks noGrp="1"/>
          </p:cNvSpPr>
          <p:nvPr>
            <p:ph type="sldNum" sz="quarter" idx="11"/>
          </p:nvPr>
        </p:nvSpPr>
        <p:spPr/>
        <p:txBody>
          <a:bodyPr/>
          <a:lstStyle/>
          <a:p>
            <a:fld id="{058DB212-BFA2-403F-85EF-DFD3FF6D973A}" type="slidenum">
              <a:rPr lang="en-US" noProof="0" smtClean="0"/>
              <a:pPr/>
              <a:t>‹#›</a:t>
            </a:fld>
            <a:endParaRPr lang="en-US" noProof="0"/>
          </a:p>
        </p:txBody>
      </p:sp>
    </p:spTree>
    <p:extLst>
      <p:ext uri="{BB962C8B-B14F-4D97-AF65-F5344CB8AC3E}">
        <p14:creationId xmlns:p14="http://schemas.microsoft.com/office/powerpoint/2010/main" val="2946637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t>6/26/2026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extLst>
      <p:ext uri="{BB962C8B-B14F-4D97-AF65-F5344CB8AC3E}">
        <p14:creationId xmlns:p14="http://schemas.microsoft.com/office/powerpoint/2010/main" val="3358977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3"/>
        <p:cNvGrpSpPr/>
        <p:nvPr/>
      </p:nvGrpSpPr>
      <p:grpSpPr>
        <a:xfrm>
          <a:off x="0" y="0"/>
          <a:ext cx="0" cy="0"/>
          <a:chOff x="0" y="0"/>
          <a:chExt cx="0" cy="0"/>
        </a:xfrm>
      </p:grpSpPr>
      <p:sp>
        <p:nvSpPr>
          <p:cNvPr id="14" name="Google Shape;14;p89"/>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rmAutofit/>
          </a:bodyPr>
          <a:lstStyle>
            <a:lvl1pPr marL="609585" lvl="0" indent="-304792" algn="l">
              <a:lnSpc>
                <a:spcPct val="100000"/>
              </a:lnSpc>
              <a:spcBef>
                <a:spcPts val="0"/>
              </a:spcBef>
              <a:spcAft>
                <a:spcPts val="0"/>
              </a:spcAft>
              <a:buSzPts val="1800"/>
              <a:buNone/>
              <a:defRPr/>
            </a:lvl1pPr>
          </a:lstStyle>
          <a:p>
            <a:endParaRPr/>
          </a:p>
        </p:txBody>
      </p:sp>
      <p:sp>
        <p:nvSpPr>
          <p:cNvPr id="15" name="Google Shape;15;p8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847351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9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9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9" name="Google Shape;19;p90"/>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837342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99CE02-8616-40B2-85FF-B06E192752AB}"/>
              </a:ext>
            </a:extLst>
          </p:cNvPr>
          <p:cNvSpPr/>
          <p:nvPr userDrawn="1"/>
        </p:nvSpPr>
        <p:spPr>
          <a:xfrm>
            <a:off x="-9856" y="6678000"/>
            <a:ext cx="9405316" cy="14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E3DF8E0-6324-45B7-8B0A-24383EF1B915}"/>
              </a:ext>
            </a:extLst>
          </p:cNvPr>
          <p:cNvSpPr/>
          <p:nvPr userDrawn="1"/>
        </p:nvSpPr>
        <p:spPr>
          <a:xfrm>
            <a:off x="7804351" y="6678000"/>
            <a:ext cx="3789833" cy="144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36000" bIns="0" rtlCol="0" anchor="b"/>
          <a:lstStyle/>
          <a:p>
            <a:pPr algn="r"/>
            <a:r>
              <a:rPr lang="en-US" sz="1000" noProof="1">
                <a:latin typeface="+mn-lt"/>
              </a:rPr>
              <a:t>Jens Martensson</a:t>
            </a:r>
          </a:p>
        </p:txBody>
      </p:sp>
      <p:sp>
        <p:nvSpPr>
          <p:cNvPr id="11" name="Rectangle 10">
            <a:extLst>
              <a:ext uri="{FF2B5EF4-FFF2-40B4-BE49-F238E27FC236}">
                <a16:creationId xmlns:a16="http://schemas.microsoft.com/office/drawing/2014/main" id="{1A9E718F-2F10-41F1-8E9F-18DD53EF065F}"/>
              </a:ext>
            </a:extLst>
          </p:cNvPr>
          <p:cNvSpPr/>
          <p:nvPr userDrawn="1"/>
        </p:nvSpPr>
        <p:spPr>
          <a:xfrm>
            <a:off x="-9856" y="6822000"/>
            <a:ext cx="12201856" cy="36000"/>
          </a:xfrm>
          <a:prstGeom prst="rect">
            <a:avLst/>
          </a:prstGeom>
          <a:gradFill>
            <a:gsLst>
              <a:gs pos="0">
                <a:schemeClr val="accent4"/>
              </a:gs>
              <a:gs pos="37000">
                <a:schemeClr val="bg1">
                  <a:lumMod val="85000"/>
                </a:schemeClr>
              </a:gs>
              <a:gs pos="100000">
                <a:schemeClr val="accent1"/>
              </a:gs>
              <a:gs pos="68000">
                <a:schemeClr val="tx1">
                  <a:lumMod val="85000"/>
                  <a:lumOff val="1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331581A5-A75E-41FB-A68A-70BA1AB54B28}"/>
              </a:ext>
            </a:extLst>
          </p:cNvPr>
          <p:cNvSpPr>
            <a:spLocks noGrp="1"/>
          </p:cNvSpPr>
          <p:nvPr>
            <p:ph type="title"/>
          </p:nvPr>
        </p:nvSpPr>
        <p:spPr>
          <a:xfrm>
            <a:off x="360000" y="360000"/>
            <a:ext cx="11473200" cy="540000"/>
          </a:xfrm>
          <a:prstGeom prst="rect">
            <a:avLst/>
          </a:prstGeom>
        </p:spPr>
        <p:txBody>
          <a:bodyPr vert="horz" lIns="0" tIns="0" rIns="0" bIns="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BA9B02-6E3D-4037-BE18-E02B786633E9}"/>
              </a:ext>
            </a:extLst>
          </p:cNvPr>
          <p:cNvSpPr>
            <a:spLocks noGrp="1"/>
          </p:cNvSpPr>
          <p:nvPr>
            <p:ph type="body" idx="1"/>
          </p:nvPr>
        </p:nvSpPr>
        <p:spPr>
          <a:xfrm>
            <a:off x="360000" y="1260000"/>
            <a:ext cx="11473200" cy="48600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A954C2B-6B0B-4286-BFA4-F6131386B0E3}"/>
              </a:ext>
            </a:extLst>
          </p:cNvPr>
          <p:cNvSpPr>
            <a:spLocks noGrp="1"/>
          </p:cNvSpPr>
          <p:nvPr>
            <p:ph type="ftr" sz="quarter" idx="3"/>
          </p:nvPr>
        </p:nvSpPr>
        <p:spPr>
          <a:xfrm>
            <a:off x="360000" y="6483329"/>
            <a:ext cx="2378438" cy="187367"/>
          </a:xfrm>
          <a:prstGeom prst="rect">
            <a:avLst/>
          </a:prstGeom>
          <a:gradFill>
            <a:gsLst>
              <a:gs pos="82000">
                <a:schemeClr val="bg1">
                  <a:lumMod val="95000"/>
                </a:schemeClr>
              </a:gs>
              <a:gs pos="100000">
                <a:schemeClr val="bg1">
                  <a:lumMod val="65000"/>
                </a:schemeClr>
              </a:gs>
            </a:gsLst>
            <a:lin ang="5400000" scaled="0"/>
          </a:gradFill>
        </p:spPr>
        <p:txBody>
          <a:bodyPr vert="horz" lIns="36000" tIns="0" rIns="0" bIns="0" rtlCol="0" anchor="ctr"/>
          <a:lstStyle>
            <a:lvl1pPr algn="l">
              <a:defRPr sz="1200">
                <a:solidFill>
                  <a:schemeClr val="tx1">
                    <a:lumMod val="75000"/>
                    <a:lumOff val="25000"/>
                  </a:schemeClr>
                </a:solidFill>
                <a:latin typeface="+mj-lt"/>
              </a:defRPr>
            </a:lvl1pPr>
          </a:lstStyle>
          <a:p>
            <a:r>
              <a:rPr lang="en-US"/>
              <a:t>Add a footer</a:t>
            </a:r>
            <a:endParaRPr lang="en-US" dirty="0"/>
          </a:p>
        </p:txBody>
      </p:sp>
      <p:sp>
        <p:nvSpPr>
          <p:cNvPr id="6" name="Slide Number Placeholder 5">
            <a:extLst>
              <a:ext uri="{FF2B5EF4-FFF2-40B4-BE49-F238E27FC236}">
                <a16:creationId xmlns:a16="http://schemas.microsoft.com/office/drawing/2014/main" id="{D245D258-5720-4517-B8DE-EB5AA5C4FAE1}"/>
              </a:ext>
            </a:extLst>
          </p:cNvPr>
          <p:cNvSpPr>
            <a:spLocks noGrp="1"/>
          </p:cNvSpPr>
          <p:nvPr>
            <p:ph type="sldNum" sz="quarter" idx="4"/>
          </p:nvPr>
        </p:nvSpPr>
        <p:spPr>
          <a:xfrm>
            <a:off x="11594400" y="6678000"/>
            <a:ext cx="597600" cy="144000"/>
          </a:xfrm>
          <a:prstGeom prst="rect">
            <a:avLst/>
          </a:prstGeom>
          <a:gradFill>
            <a:gsLst>
              <a:gs pos="0">
                <a:schemeClr val="accent2">
                  <a:lumMod val="75000"/>
                  <a:shade val="30000"/>
                  <a:satMod val="115000"/>
                </a:schemeClr>
              </a:gs>
              <a:gs pos="47000">
                <a:schemeClr val="accent2">
                  <a:lumMod val="75000"/>
                  <a:shade val="67500"/>
                  <a:satMod val="115000"/>
                </a:schemeClr>
              </a:gs>
              <a:gs pos="100000">
                <a:schemeClr val="accent1"/>
              </a:gs>
            </a:gsLst>
            <a:lin ang="10800000" scaled="0"/>
          </a:gradFill>
        </p:spPr>
        <p:txBody>
          <a:bodyPr vert="horz" lIns="0" tIns="0" rIns="72000" bIns="0" rtlCol="0" anchor="ctr"/>
          <a:lstStyle>
            <a:lvl1pPr algn="r">
              <a:defRPr sz="1200">
                <a:solidFill>
                  <a:schemeClr val="bg1"/>
                </a:solidFill>
                <a:latin typeface="+mj-lt"/>
              </a:defRPr>
            </a:lvl1pPr>
          </a:lstStyle>
          <a:p>
            <a:fld id="{058DB212-BFA2-403F-85EF-DFD3FF6D973A}" type="slidenum">
              <a:rPr lang="en-US" smtClean="0"/>
              <a:pPr/>
              <a:t>‹#›</a:t>
            </a:fld>
            <a:endParaRPr lang="en-US" dirty="0"/>
          </a:p>
        </p:txBody>
      </p:sp>
    </p:spTree>
    <p:extLst>
      <p:ext uri="{BB962C8B-B14F-4D97-AF65-F5344CB8AC3E}">
        <p14:creationId xmlns:p14="http://schemas.microsoft.com/office/powerpoint/2010/main" val="311771124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8" r:id="rId3"/>
    <p:sldLayoutId id="2147483663" r:id="rId4"/>
    <p:sldLayoutId id="2147483656" r:id="rId5"/>
    <p:sldLayoutId id="2147483660" r:id="rId6"/>
    <p:sldLayoutId id="2147483661" r:id="rId7"/>
    <p:sldLayoutId id="2147483664" r:id="rId8"/>
    <p:sldLayoutId id="2147483650" r:id="rId9"/>
    <p:sldLayoutId id="2147483652" r:id="rId10"/>
    <p:sldLayoutId id="2147483654" r:id="rId11"/>
    <p:sldLayoutId id="2147483655" r:id="rId12"/>
    <p:sldLayoutId id="2147483665" r:id="rId13"/>
    <p:sldLayoutId id="2147483666" r:id="rId14"/>
    <p:sldLayoutId id="2147483667"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3525" indent="-263525"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j-lt"/>
          <a:ea typeface="+mn-ea"/>
          <a:cs typeface="+mn-cs"/>
        </a:defRPr>
      </a:lvl1pPr>
      <a:lvl2pPr marL="536575" indent="-27305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j-lt"/>
          <a:ea typeface="+mn-ea"/>
          <a:cs typeface="+mn-cs"/>
        </a:defRPr>
      </a:lvl2pPr>
      <a:lvl3pPr marL="811213" indent="-274638"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3pPr>
      <a:lvl4pPr marL="1074738" indent="-263525"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4pPr>
      <a:lvl5pPr marL="1347788" indent="-27305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hyperlink" Target="https://lms.clarusway.com/mod/lesson/view.php?id=373"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8" Type="http://schemas.openxmlformats.org/officeDocument/2006/relationships/hyperlink" Target="https://cloud.google.com/storage/docs/json_api/v1/parameters#host" TargetMode="External"/><Relationship Id="rId3" Type="http://schemas.openxmlformats.org/officeDocument/2006/relationships/hyperlink" Target="https://cloud.google.com/storage/docs/json_api/v1/parameters#contentid" TargetMode="External"/><Relationship Id="rId7" Type="http://schemas.openxmlformats.org/officeDocument/2006/relationships/hyperlink" Target="https://cloud.google.com/storage/docs/json_api/v1/parameters#date" TargetMode="External"/><Relationship Id="rId2" Type="http://schemas.openxmlformats.org/officeDocument/2006/relationships/hyperlink" Target="https://cloud.google.com/storage/docs/json_api/v1/parameters#authorization" TargetMode="External"/><Relationship Id="rId1" Type="http://schemas.openxmlformats.org/officeDocument/2006/relationships/slideLayout" Target="../slideLayouts/slideLayout11.xml"/><Relationship Id="rId6" Type="http://schemas.openxmlformats.org/officeDocument/2006/relationships/hyperlink" Target="https://cloud.google.com/storage/docs/json_api/v1/parameters#contenttype" TargetMode="External"/><Relationship Id="rId5" Type="http://schemas.openxmlformats.org/officeDocument/2006/relationships/hyperlink" Target="https://cloud.google.com/storage/docs/json_api/v1/parameters#contentrange" TargetMode="External"/><Relationship Id="rId4" Type="http://schemas.openxmlformats.org/officeDocument/2006/relationships/hyperlink" Target="https://cloud.google.com/storage/docs/json_api/v1/parameters#contentlength" TargetMode="External"/><Relationship Id="rId9" Type="http://schemas.openxmlformats.org/officeDocument/2006/relationships/hyperlink" Target="https://cloud.google.com/storage/docs/json_api/v1/parameters#rang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hyperlink" Target="https://tools.ietf.org/html/rfc7231#section-3.1.1.5" TargetMode="Externa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1B17638D-56AE-48AD-96C8-EE46229C744C}"/>
              </a:ext>
              <a:ext uri="{C183D7F6-B498-43B3-948B-1728B52AA6E4}">
                <adec:decorative xmlns:adec="http://schemas.microsoft.com/office/drawing/2017/decorative" val="1"/>
              </a:ext>
            </a:extLst>
          </p:cNvPr>
          <p:cNvCxnSpPr/>
          <p:nvPr/>
        </p:nvCxnSpPr>
        <p:spPr>
          <a:xfrm>
            <a:off x="7804352" y="1204506"/>
            <a:ext cx="0" cy="4093388"/>
          </a:xfrm>
          <a:prstGeom prst="line">
            <a:avLst/>
          </a:prstGeom>
          <a:ln w="63500" cap="rnd">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Graphic 8" descr="space radar outline">
            <a:extLst>
              <a:ext uri="{FF2B5EF4-FFF2-40B4-BE49-F238E27FC236}">
                <a16:creationId xmlns:a16="http://schemas.microsoft.com/office/drawing/2014/main" id="{52C1AEF9-C750-45F9-AD02-5447187F5716}"/>
              </a:ext>
            </a:extLst>
          </p:cNvPr>
          <p:cNvSpPr/>
          <p:nvPr/>
        </p:nvSpPr>
        <p:spPr>
          <a:xfrm rot="16731500">
            <a:off x="10654807" y="4433342"/>
            <a:ext cx="238125" cy="238125"/>
          </a:xfrm>
          <a:custGeom>
            <a:avLst/>
            <a:gdLst>
              <a:gd name="connsiteX0" fmla="*/ 145256 w 238125"/>
              <a:gd name="connsiteY0" fmla="*/ 159538 h 238125"/>
              <a:gd name="connsiteX1" fmla="*/ 150019 w 238125"/>
              <a:gd name="connsiteY1" fmla="*/ 154775 h 238125"/>
              <a:gd name="connsiteX2" fmla="*/ 150019 w 238125"/>
              <a:gd name="connsiteY2" fmla="*/ 145250 h 238125"/>
              <a:gd name="connsiteX3" fmla="*/ 145256 w 238125"/>
              <a:gd name="connsiteY3" fmla="*/ 140488 h 238125"/>
              <a:gd name="connsiteX4" fmla="*/ 140494 w 238125"/>
              <a:gd name="connsiteY4" fmla="*/ 145250 h 238125"/>
              <a:gd name="connsiteX5" fmla="*/ 140494 w 238125"/>
              <a:gd name="connsiteY5" fmla="*/ 154775 h 238125"/>
              <a:gd name="connsiteX6" fmla="*/ 145256 w 238125"/>
              <a:gd name="connsiteY6" fmla="*/ 159538 h 238125"/>
              <a:gd name="connsiteX7" fmla="*/ 234353 w 238125"/>
              <a:gd name="connsiteY7" fmla="*/ 122828 h 238125"/>
              <a:gd name="connsiteX8" fmla="*/ 196253 w 238125"/>
              <a:gd name="connsiteY8" fmla="*/ 84728 h 238125"/>
              <a:gd name="connsiteX9" fmla="*/ 192881 w 238125"/>
              <a:gd name="connsiteY9" fmla="*/ 83338 h 238125"/>
              <a:gd name="connsiteX10" fmla="*/ 97631 w 238125"/>
              <a:gd name="connsiteY10" fmla="*/ 83338 h 238125"/>
              <a:gd name="connsiteX11" fmla="*/ 93231 w 238125"/>
              <a:gd name="connsiteY11" fmla="*/ 86281 h 238125"/>
              <a:gd name="connsiteX12" fmla="*/ 94259 w 238125"/>
              <a:gd name="connsiteY12" fmla="*/ 91472 h 238125"/>
              <a:gd name="connsiteX13" fmla="*/ 114700 w 238125"/>
              <a:gd name="connsiteY13" fmla="*/ 111913 h 238125"/>
              <a:gd name="connsiteX14" fmla="*/ 73819 w 238125"/>
              <a:gd name="connsiteY14" fmla="*/ 111913 h 238125"/>
              <a:gd name="connsiteX15" fmla="*/ 73819 w 238125"/>
              <a:gd name="connsiteY15" fmla="*/ 45238 h 238125"/>
              <a:gd name="connsiteX16" fmla="*/ 88106 w 238125"/>
              <a:gd name="connsiteY16" fmla="*/ 45238 h 238125"/>
              <a:gd name="connsiteX17" fmla="*/ 92869 w 238125"/>
              <a:gd name="connsiteY17" fmla="*/ 40475 h 238125"/>
              <a:gd name="connsiteX18" fmla="*/ 92869 w 238125"/>
              <a:gd name="connsiteY18" fmla="*/ 21425 h 238125"/>
              <a:gd name="connsiteX19" fmla="*/ 88887 w 238125"/>
              <a:gd name="connsiteY19" fmla="*/ 16729 h 238125"/>
              <a:gd name="connsiteX20" fmla="*/ 31737 w 238125"/>
              <a:gd name="connsiteY20" fmla="*/ 7204 h 238125"/>
              <a:gd name="connsiteX21" fmla="*/ 27880 w 238125"/>
              <a:gd name="connsiteY21" fmla="*/ 8271 h 238125"/>
              <a:gd name="connsiteX22" fmla="*/ 26194 w 238125"/>
              <a:gd name="connsiteY22" fmla="*/ 11900 h 238125"/>
              <a:gd name="connsiteX23" fmla="*/ 26194 w 238125"/>
              <a:gd name="connsiteY23" fmla="*/ 40475 h 238125"/>
              <a:gd name="connsiteX24" fmla="*/ 30956 w 238125"/>
              <a:gd name="connsiteY24" fmla="*/ 45238 h 238125"/>
              <a:gd name="connsiteX25" fmla="*/ 64294 w 238125"/>
              <a:gd name="connsiteY25" fmla="*/ 45238 h 238125"/>
              <a:gd name="connsiteX26" fmla="*/ 64294 w 238125"/>
              <a:gd name="connsiteY26" fmla="*/ 111913 h 238125"/>
              <a:gd name="connsiteX27" fmla="*/ 40481 w 238125"/>
              <a:gd name="connsiteY27" fmla="*/ 111913 h 238125"/>
              <a:gd name="connsiteX28" fmla="*/ 26194 w 238125"/>
              <a:gd name="connsiteY28" fmla="*/ 126200 h 238125"/>
              <a:gd name="connsiteX29" fmla="*/ 26194 w 238125"/>
              <a:gd name="connsiteY29" fmla="*/ 164300 h 238125"/>
              <a:gd name="connsiteX30" fmla="*/ 40481 w 238125"/>
              <a:gd name="connsiteY30" fmla="*/ 178588 h 238125"/>
              <a:gd name="connsiteX31" fmla="*/ 76610 w 238125"/>
              <a:gd name="connsiteY31" fmla="*/ 178588 h 238125"/>
              <a:gd name="connsiteX32" fmla="*/ 52769 w 238125"/>
              <a:gd name="connsiteY32" fmla="*/ 202429 h 238125"/>
              <a:gd name="connsiteX33" fmla="*/ 30956 w 238125"/>
              <a:gd name="connsiteY33" fmla="*/ 188113 h 238125"/>
              <a:gd name="connsiteX34" fmla="*/ 7144 w 238125"/>
              <a:gd name="connsiteY34" fmla="*/ 211925 h 238125"/>
              <a:gd name="connsiteX35" fmla="*/ 30956 w 238125"/>
              <a:gd name="connsiteY35" fmla="*/ 235738 h 238125"/>
              <a:gd name="connsiteX36" fmla="*/ 54550 w 238125"/>
              <a:gd name="connsiteY36" fmla="*/ 214116 h 238125"/>
              <a:gd name="connsiteX37" fmla="*/ 90078 w 238125"/>
              <a:gd name="connsiteY37" fmla="*/ 178588 h 238125"/>
              <a:gd name="connsiteX38" fmla="*/ 111919 w 238125"/>
              <a:gd name="connsiteY38" fmla="*/ 178588 h 238125"/>
              <a:gd name="connsiteX39" fmla="*/ 111919 w 238125"/>
              <a:gd name="connsiteY39" fmla="*/ 188598 h 238125"/>
              <a:gd name="connsiteX40" fmla="*/ 92869 w 238125"/>
              <a:gd name="connsiteY40" fmla="*/ 211925 h 238125"/>
              <a:gd name="connsiteX41" fmla="*/ 116681 w 238125"/>
              <a:gd name="connsiteY41" fmla="*/ 235738 h 238125"/>
              <a:gd name="connsiteX42" fmla="*/ 140494 w 238125"/>
              <a:gd name="connsiteY42" fmla="*/ 211925 h 238125"/>
              <a:gd name="connsiteX43" fmla="*/ 121444 w 238125"/>
              <a:gd name="connsiteY43" fmla="*/ 188598 h 238125"/>
              <a:gd name="connsiteX44" fmla="*/ 121444 w 238125"/>
              <a:gd name="connsiteY44" fmla="*/ 178588 h 238125"/>
              <a:gd name="connsiteX45" fmla="*/ 143275 w 238125"/>
              <a:gd name="connsiteY45" fmla="*/ 178588 h 238125"/>
              <a:gd name="connsiteX46" fmla="*/ 178813 w 238125"/>
              <a:gd name="connsiteY46" fmla="*/ 214125 h 238125"/>
              <a:gd name="connsiteX47" fmla="*/ 202406 w 238125"/>
              <a:gd name="connsiteY47" fmla="*/ 235738 h 238125"/>
              <a:gd name="connsiteX48" fmla="*/ 226219 w 238125"/>
              <a:gd name="connsiteY48" fmla="*/ 211925 h 238125"/>
              <a:gd name="connsiteX49" fmla="*/ 202406 w 238125"/>
              <a:gd name="connsiteY49" fmla="*/ 188113 h 238125"/>
              <a:gd name="connsiteX50" fmla="*/ 180594 w 238125"/>
              <a:gd name="connsiteY50" fmla="*/ 202438 h 238125"/>
              <a:gd name="connsiteX51" fmla="*/ 156743 w 238125"/>
              <a:gd name="connsiteY51" fmla="*/ 178588 h 238125"/>
              <a:gd name="connsiteX52" fmla="*/ 192881 w 238125"/>
              <a:gd name="connsiteY52" fmla="*/ 178588 h 238125"/>
              <a:gd name="connsiteX53" fmla="*/ 207169 w 238125"/>
              <a:gd name="connsiteY53" fmla="*/ 164300 h 238125"/>
              <a:gd name="connsiteX54" fmla="*/ 207169 w 238125"/>
              <a:gd name="connsiteY54" fmla="*/ 130963 h 238125"/>
              <a:gd name="connsiteX55" fmla="*/ 230981 w 238125"/>
              <a:gd name="connsiteY55" fmla="*/ 130963 h 238125"/>
              <a:gd name="connsiteX56" fmla="*/ 235382 w 238125"/>
              <a:gd name="connsiteY56" fmla="*/ 128019 h 238125"/>
              <a:gd name="connsiteX57" fmla="*/ 234353 w 238125"/>
              <a:gd name="connsiteY57" fmla="*/ 122828 h 238125"/>
              <a:gd name="connsiteX58" fmla="*/ 45244 w 238125"/>
              <a:gd name="connsiteY58" fmla="*/ 211935 h 238125"/>
              <a:gd name="connsiteX59" fmla="*/ 30956 w 238125"/>
              <a:gd name="connsiteY59" fmla="*/ 226213 h 238125"/>
              <a:gd name="connsiteX60" fmla="*/ 16669 w 238125"/>
              <a:gd name="connsiteY60" fmla="*/ 211925 h 238125"/>
              <a:gd name="connsiteX61" fmla="*/ 30956 w 238125"/>
              <a:gd name="connsiteY61" fmla="*/ 197638 h 238125"/>
              <a:gd name="connsiteX62" fmla="*/ 45244 w 238125"/>
              <a:gd name="connsiteY62" fmla="*/ 211925 h 238125"/>
              <a:gd name="connsiteX63" fmla="*/ 45244 w 238125"/>
              <a:gd name="connsiteY63" fmla="*/ 211935 h 238125"/>
              <a:gd name="connsiteX64" fmla="*/ 202406 w 238125"/>
              <a:gd name="connsiteY64" fmla="*/ 197638 h 238125"/>
              <a:gd name="connsiteX65" fmla="*/ 216694 w 238125"/>
              <a:gd name="connsiteY65" fmla="*/ 211925 h 238125"/>
              <a:gd name="connsiteX66" fmla="*/ 202406 w 238125"/>
              <a:gd name="connsiteY66" fmla="*/ 226213 h 238125"/>
              <a:gd name="connsiteX67" fmla="*/ 188119 w 238125"/>
              <a:gd name="connsiteY67" fmla="*/ 211925 h 238125"/>
              <a:gd name="connsiteX68" fmla="*/ 202406 w 238125"/>
              <a:gd name="connsiteY68" fmla="*/ 197638 h 238125"/>
              <a:gd name="connsiteX69" fmla="*/ 109128 w 238125"/>
              <a:gd name="connsiteY69" fmla="*/ 92863 h 238125"/>
              <a:gd name="connsiteX70" fmla="*/ 143275 w 238125"/>
              <a:gd name="connsiteY70" fmla="*/ 92863 h 238125"/>
              <a:gd name="connsiteX71" fmla="*/ 171850 w 238125"/>
              <a:gd name="connsiteY71" fmla="*/ 121438 h 238125"/>
              <a:gd name="connsiteX72" fmla="*/ 137703 w 238125"/>
              <a:gd name="connsiteY72" fmla="*/ 121438 h 238125"/>
              <a:gd name="connsiteX73" fmla="*/ 109128 w 238125"/>
              <a:gd name="connsiteY73" fmla="*/ 92863 h 238125"/>
              <a:gd name="connsiteX74" fmla="*/ 35719 w 238125"/>
              <a:gd name="connsiteY74" fmla="*/ 35713 h 238125"/>
              <a:gd name="connsiteX75" fmla="*/ 35719 w 238125"/>
              <a:gd name="connsiteY75" fmla="*/ 17520 h 238125"/>
              <a:gd name="connsiteX76" fmla="*/ 83344 w 238125"/>
              <a:gd name="connsiteY76" fmla="*/ 25454 h 238125"/>
              <a:gd name="connsiteX77" fmla="*/ 83344 w 238125"/>
              <a:gd name="connsiteY77" fmla="*/ 35713 h 238125"/>
              <a:gd name="connsiteX78" fmla="*/ 35719 w 238125"/>
              <a:gd name="connsiteY78" fmla="*/ 35713 h 238125"/>
              <a:gd name="connsiteX79" fmla="*/ 130969 w 238125"/>
              <a:gd name="connsiteY79" fmla="*/ 211925 h 238125"/>
              <a:gd name="connsiteX80" fmla="*/ 116681 w 238125"/>
              <a:gd name="connsiteY80" fmla="*/ 226213 h 238125"/>
              <a:gd name="connsiteX81" fmla="*/ 102394 w 238125"/>
              <a:gd name="connsiteY81" fmla="*/ 211925 h 238125"/>
              <a:gd name="connsiteX82" fmla="*/ 116681 w 238125"/>
              <a:gd name="connsiteY82" fmla="*/ 197638 h 238125"/>
              <a:gd name="connsiteX83" fmla="*/ 130969 w 238125"/>
              <a:gd name="connsiteY83" fmla="*/ 211925 h 238125"/>
              <a:gd name="connsiteX84" fmla="*/ 197644 w 238125"/>
              <a:gd name="connsiteY84" fmla="*/ 164300 h 238125"/>
              <a:gd name="connsiteX85" fmla="*/ 192881 w 238125"/>
              <a:gd name="connsiteY85" fmla="*/ 169063 h 238125"/>
              <a:gd name="connsiteX86" fmla="*/ 40481 w 238125"/>
              <a:gd name="connsiteY86" fmla="*/ 169063 h 238125"/>
              <a:gd name="connsiteX87" fmla="*/ 35719 w 238125"/>
              <a:gd name="connsiteY87" fmla="*/ 164300 h 238125"/>
              <a:gd name="connsiteX88" fmla="*/ 35719 w 238125"/>
              <a:gd name="connsiteY88" fmla="*/ 126200 h 238125"/>
              <a:gd name="connsiteX89" fmla="*/ 40481 w 238125"/>
              <a:gd name="connsiteY89" fmla="*/ 121438 h 238125"/>
              <a:gd name="connsiteX90" fmla="*/ 124225 w 238125"/>
              <a:gd name="connsiteY90" fmla="*/ 121438 h 238125"/>
              <a:gd name="connsiteX91" fmla="*/ 132359 w 238125"/>
              <a:gd name="connsiteY91" fmla="*/ 129572 h 238125"/>
              <a:gd name="connsiteX92" fmla="*/ 135731 w 238125"/>
              <a:gd name="connsiteY92" fmla="*/ 130963 h 238125"/>
              <a:gd name="connsiteX93" fmla="*/ 197644 w 238125"/>
              <a:gd name="connsiteY93" fmla="*/ 130963 h 238125"/>
              <a:gd name="connsiteX94" fmla="*/ 197644 w 238125"/>
              <a:gd name="connsiteY94" fmla="*/ 164300 h 238125"/>
              <a:gd name="connsiteX95" fmla="*/ 185318 w 238125"/>
              <a:gd name="connsiteY95" fmla="*/ 121438 h 238125"/>
              <a:gd name="connsiteX96" fmla="*/ 156743 w 238125"/>
              <a:gd name="connsiteY96" fmla="*/ 92863 h 238125"/>
              <a:gd name="connsiteX97" fmla="*/ 190910 w 238125"/>
              <a:gd name="connsiteY97" fmla="*/ 92863 h 238125"/>
              <a:gd name="connsiteX98" fmla="*/ 219485 w 238125"/>
              <a:gd name="connsiteY98" fmla="*/ 121438 h 238125"/>
              <a:gd name="connsiteX99" fmla="*/ 185318 w 238125"/>
              <a:gd name="connsiteY99" fmla="*/ 121438 h 238125"/>
              <a:gd name="connsiteX100" fmla="*/ 164306 w 238125"/>
              <a:gd name="connsiteY100" fmla="*/ 159538 h 238125"/>
              <a:gd name="connsiteX101" fmla="*/ 169069 w 238125"/>
              <a:gd name="connsiteY101" fmla="*/ 154775 h 238125"/>
              <a:gd name="connsiteX102" fmla="*/ 169069 w 238125"/>
              <a:gd name="connsiteY102" fmla="*/ 145250 h 238125"/>
              <a:gd name="connsiteX103" fmla="*/ 164306 w 238125"/>
              <a:gd name="connsiteY103" fmla="*/ 140488 h 238125"/>
              <a:gd name="connsiteX104" fmla="*/ 159544 w 238125"/>
              <a:gd name="connsiteY104" fmla="*/ 145250 h 238125"/>
              <a:gd name="connsiteX105" fmla="*/ 159544 w 238125"/>
              <a:gd name="connsiteY105" fmla="*/ 154775 h 238125"/>
              <a:gd name="connsiteX106" fmla="*/ 164306 w 238125"/>
              <a:gd name="connsiteY106" fmla="*/ 159538 h 238125"/>
              <a:gd name="connsiteX107" fmla="*/ 78581 w 238125"/>
              <a:gd name="connsiteY107" fmla="*/ 130963 h 238125"/>
              <a:gd name="connsiteX108" fmla="*/ 50006 w 238125"/>
              <a:gd name="connsiteY108" fmla="*/ 130963 h 238125"/>
              <a:gd name="connsiteX109" fmla="*/ 45244 w 238125"/>
              <a:gd name="connsiteY109" fmla="*/ 135725 h 238125"/>
              <a:gd name="connsiteX110" fmla="*/ 45244 w 238125"/>
              <a:gd name="connsiteY110" fmla="*/ 154775 h 238125"/>
              <a:gd name="connsiteX111" fmla="*/ 50006 w 238125"/>
              <a:gd name="connsiteY111" fmla="*/ 159538 h 238125"/>
              <a:gd name="connsiteX112" fmla="*/ 78581 w 238125"/>
              <a:gd name="connsiteY112" fmla="*/ 159538 h 238125"/>
              <a:gd name="connsiteX113" fmla="*/ 83344 w 238125"/>
              <a:gd name="connsiteY113" fmla="*/ 154775 h 238125"/>
              <a:gd name="connsiteX114" fmla="*/ 83344 w 238125"/>
              <a:gd name="connsiteY114" fmla="*/ 135725 h 238125"/>
              <a:gd name="connsiteX115" fmla="*/ 78581 w 238125"/>
              <a:gd name="connsiteY115" fmla="*/ 130963 h 238125"/>
              <a:gd name="connsiteX116" fmla="*/ 73819 w 238125"/>
              <a:gd name="connsiteY116" fmla="*/ 150013 h 238125"/>
              <a:gd name="connsiteX117" fmla="*/ 54769 w 238125"/>
              <a:gd name="connsiteY117" fmla="*/ 150013 h 238125"/>
              <a:gd name="connsiteX118" fmla="*/ 54769 w 238125"/>
              <a:gd name="connsiteY118" fmla="*/ 140488 h 238125"/>
              <a:gd name="connsiteX119" fmla="*/ 73819 w 238125"/>
              <a:gd name="connsiteY119" fmla="*/ 140488 h 238125"/>
              <a:gd name="connsiteX120" fmla="*/ 73819 w 238125"/>
              <a:gd name="connsiteY120" fmla="*/ 150013 h 238125"/>
              <a:gd name="connsiteX121" fmla="*/ 183356 w 238125"/>
              <a:gd name="connsiteY121" fmla="*/ 159538 h 238125"/>
              <a:gd name="connsiteX122" fmla="*/ 188119 w 238125"/>
              <a:gd name="connsiteY122" fmla="*/ 154775 h 238125"/>
              <a:gd name="connsiteX123" fmla="*/ 188119 w 238125"/>
              <a:gd name="connsiteY123" fmla="*/ 145250 h 238125"/>
              <a:gd name="connsiteX124" fmla="*/ 183356 w 238125"/>
              <a:gd name="connsiteY124" fmla="*/ 140488 h 238125"/>
              <a:gd name="connsiteX125" fmla="*/ 178594 w 238125"/>
              <a:gd name="connsiteY125" fmla="*/ 145250 h 238125"/>
              <a:gd name="connsiteX126" fmla="*/ 178594 w 238125"/>
              <a:gd name="connsiteY126" fmla="*/ 154775 h 238125"/>
              <a:gd name="connsiteX127" fmla="*/ 183356 w 238125"/>
              <a:gd name="connsiteY127" fmla="*/ 159538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38125" h="238125">
                <a:moveTo>
                  <a:pt x="145256" y="159538"/>
                </a:moveTo>
                <a:cubicBezTo>
                  <a:pt x="147885" y="159538"/>
                  <a:pt x="150019" y="157404"/>
                  <a:pt x="150019" y="154775"/>
                </a:cubicBezTo>
                <a:lnTo>
                  <a:pt x="150019" y="145250"/>
                </a:lnTo>
                <a:cubicBezTo>
                  <a:pt x="150019" y="142621"/>
                  <a:pt x="147885" y="140488"/>
                  <a:pt x="145256" y="140488"/>
                </a:cubicBezTo>
                <a:cubicBezTo>
                  <a:pt x="142627" y="140488"/>
                  <a:pt x="140494" y="142621"/>
                  <a:pt x="140494" y="145250"/>
                </a:cubicBezTo>
                <a:lnTo>
                  <a:pt x="140494" y="154775"/>
                </a:lnTo>
                <a:cubicBezTo>
                  <a:pt x="140494" y="157404"/>
                  <a:pt x="142627" y="159538"/>
                  <a:pt x="145256" y="159538"/>
                </a:cubicBezTo>
                <a:close/>
                <a:moveTo>
                  <a:pt x="234353" y="122828"/>
                </a:moveTo>
                <a:lnTo>
                  <a:pt x="196253" y="84728"/>
                </a:lnTo>
                <a:cubicBezTo>
                  <a:pt x="195358" y="83842"/>
                  <a:pt x="194148" y="83338"/>
                  <a:pt x="192881" y="83338"/>
                </a:cubicBezTo>
                <a:lnTo>
                  <a:pt x="97631" y="83338"/>
                </a:lnTo>
                <a:cubicBezTo>
                  <a:pt x="95707" y="83338"/>
                  <a:pt x="93964" y="84500"/>
                  <a:pt x="93231" y="86281"/>
                </a:cubicBezTo>
                <a:cubicBezTo>
                  <a:pt x="92488" y="88062"/>
                  <a:pt x="92897" y="90110"/>
                  <a:pt x="94259" y="91472"/>
                </a:cubicBezTo>
                <a:lnTo>
                  <a:pt x="114700" y="111913"/>
                </a:lnTo>
                <a:lnTo>
                  <a:pt x="73819" y="111913"/>
                </a:lnTo>
                <a:lnTo>
                  <a:pt x="73819" y="45238"/>
                </a:lnTo>
                <a:lnTo>
                  <a:pt x="88106" y="45238"/>
                </a:lnTo>
                <a:cubicBezTo>
                  <a:pt x="90735" y="45238"/>
                  <a:pt x="92869" y="43104"/>
                  <a:pt x="92869" y="40475"/>
                </a:cubicBezTo>
                <a:lnTo>
                  <a:pt x="92869" y="21425"/>
                </a:lnTo>
                <a:cubicBezTo>
                  <a:pt x="92869" y="19101"/>
                  <a:pt x="91183" y="17110"/>
                  <a:pt x="88887" y="16729"/>
                </a:cubicBezTo>
                <a:lnTo>
                  <a:pt x="31737" y="7204"/>
                </a:lnTo>
                <a:cubicBezTo>
                  <a:pt x="30375" y="6985"/>
                  <a:pt x="28946" y="7366"/>
                  <a:pt x="27880" y="8271"/>
                </a:cubicBezTo>
                <a:cubicBezTo>
                  <a:pt x="26803" y="9166"/>
                  <a:pt x="26194" y="10500"/>
                  <a:pt x="26194" y="11900"/>
                </a:cubicBezTo>
                <a:lnTo>
                  <a:pt x="26194" y="40475"/>
                </a:lnTo>
                <a:cubicBezTo>
                  <a:pt x="26194" y="43104"/>
                  <a:pt x="28327" y="45238"/>
                  <a:pt x="30956" y="45238"/>
                </a:cubicBezTo>
                <a:lnTo>
                  <a:pt x="64294" y="45238"/>
                </a:lnTo>
                <a:lnTo>
                  <a:pt x="64294" y="111913"/>
                </a:lnTo>
                <a:lnTo>
                  <a:pt x="40481" y="111913"/>
                </a:lnTo>
                <a:cubicBezTo>
                  <a:pt x="32604" y="111913"/>
                  <a:pt x="26194" y="118323"/>
                  <a:pt x="26194" y="126200"/>
                </a:cubicBezTo>
                <a:lnTo>
                  <a:pt x="26194" y="164300"/>
                </a:lnTo>
                <a:cubicBezTo>
                  <a:pt x="26194" y="172177"/>
                  <a:pt x="32604" y="178588"/>
                  <a:pt x="40481" y="178588"/>
                </a:cubicBezTo>
                <a:lnTo>
                  <a:pt x="76610" y="178588"/>
                </a:lnTo>
                <a:lnTo>
                  <a:pt x="52769" y="202429"/>
                </a:lnTo>
                <a:cubicBezTo>
                  <a:pt x="49082" y="194018"/>
                  <a:pt x="40700" y="188113"/>
                  <a:pt x="30956" y="188113"/>
                </a:cubicBezTo>
                <a:cubicBezTo>
                  <a:pt x="17831" y="188113"/>
                  <a:pt x="7144" y="198800"/>
                  <a:pt x="7144" y="211925"/>
                </a:cubicBezTo>
                <a:cubicBezTo>
                  <a:pt x="7144" y="225050"/>
                  <a:pt x="17831" y="235738"/>
                  <a:pt x="30956" y="235738"/>
                </a:cubicBezTo>
                <a:cubicBezTo>
                  <a:pt x="43329" y="235738"/>
                  <a:pt x="53416" y="226203"/>
                  <a:pt x="54550" y="214116"/>
                </a:cubicBezTo>
                <a:lnTo>
                  <a:pt x="90078" y="178588"/>
                </a:lnTo>
                <a:lnTo>
                  <a:pt x="111919" y="178588"/>
                </a:lnTo>
                <a:lnTo>
                  <a:pt x="111919" y="188598"/>
                </a:lnTo>
                <a:cubicBezTo>
                  <a:pt x="101060" y="190808"/>
                  <a:pt x="92869" y="200428"/>
                  <a:pt x="92869" y="211925"/>
                </a:cubicBezTo>
                <a:cubicBezTo>
                  <a:pt x="92869" y="225050"/>
                  <a:pt x="103556" y="235738"/>
                  <a:pt x="116681" y="235738"/>
                </a:cubicBezTo>
                <a:cubicBezTo>
                  <a:pt x="129807" y="235738"/>
                  <a:pt x="140494" y="225050"/>
                  <a:pt x="140494" y="211925"/>
                </a:cubicBezTo>
                <a:cubicBezTo>
                  <a:pt x="140494" y="200428"/>
                  <a:pt x="132293" y="190808"/>
                  <a:pt x="121444" y="188598"/>
                </a:cubicBezTo>
                <a:lnTo>
                  <a:pt x="121444" y="178588"/>
                </a:lnTo>
                <a:lnTo>
                  <a:pt x="143275" y="178588"/>
                </a:lnTo>
                <a:lnTo>
                  <a:pt x="178813" y="214125"/>
                </a:lnTo>
                <a:cubicBezTo>
                  <a:pt x="179946" y="226203"/>
                  <a:pt x="190033" y="235738"/>
                  <a:pt x="202406" y="235738"/>
                </a:cubicBezTo>
                <a:cubicBezTo>
                  <a:pt x="215532" y="235738"/>
                  <a:pt x="226219" y="225050"/>
                  <a:pt x="226219" y="211925"/>
                </a:cubicBezTo>
                <a:cubicBezTo>
                  <a:pt x="226219" y="198800"/>
                  <a:pt x="215532" y="188113"/>
                  <a:pt x="202406" y="188113"/>
                </a:cubicBezTo>
                <a:cubicBezTo>
                  <a:pt x="192653" y="188113"/>
                  <a:pt x="184271" y="194028"/>
                  <a:pt x="180594" y="202438"/>
                </a:cubicBezTo>
                <a:lnTo>
                  <a:pt x="156743" y="178588"/>
                </a:lnTo>
                <a:lnTo>
                  <a:pt x="192881" y="178588"/>
                </a:lnTo>
                <a:cubicBezTo>
                  <a:pt x="200758" y="178588"/>
                  <a:pt x="207169" y="172177"/>
                  <a:pt x="207169" y="164300"/>
                </a:cubicBezTo>
                <a:lnTo>
                  <a:pt x="207169" y="130963"/>
                </a:lnTo>
                <a:lnTo>
                  <a:pt x="230981" y="130963"/>
                </a:lnTo>
                <a:cubicBezTo>
                  <a:pt x="232905" y="130963"/>
                  <a:pt x="234648" y="129800"/>
                  <a:pt x="235382" y="128019"/>
                </a:cubicBezTo>
                <a:cubicBezTo>
                  <a:pt x="236125" y="126238"/>
                  <a:pt x="235715" y="124190"/>
                  <a:pt x="234353" y="122828"/>
                </a:cubicBezTo>
                <a:close/>
                <a:moveTo>
                  <a:pt x="45244" y="211935"/>
                </a:moveTo>
                <a:cubicBezTo>
                  <a:pt x="45234" y="219802"/>
                  <a:pt x="38824" y="226213"/>
                  <a:pt x="30956" y="226213"/>
                </a:cubicBezTo>
                <a:cubicBezTo>
                  <a:pt x="23079" y="226213"/>
                  <a:pt x="16669" y="219802"/>
                  <a:pt x="16669" y="211925"/>
                </a:cubicBezTo>
                <a:cubicBezTo>
                  <a:pt x="16669" y="204048"/>
                  <a:pt x="23079" y="197638"/>
                  <a:pt x="30956" y="197638"/>
                </a:cubicBezTo>
                <a:cubicBezTo>
                  <a:pt x="38833" y="197638"/>
                  <a:pt x="45244" y="204048"/>
                  <a:pt x="45244" y="211925"/>
                </a:cubicBezTo>
                <a:cubicBezTo>
                  <a:pt x="45244" y="211925"/>
                  <a:pt x="45244" y="211925"/>
                  <a:pt x="45244" y="211935"/>
                </a:cubicBezTo>
                <a:close/>
                <a:moveTo>
                  <a:pt x="202406" y="197638"/>
                </a:moveTo>
                <a:cubicBezTo>
                  <a:pt x="210283" y="197638"/>
                  <a:pt x="216694" y="204048"/>
                  <a:pt x="216694" y="211925"/>
                </a:cubicBezTo>
                <a:cubicBezTo>
                  <a:pt x="216694" y="219802"/>
                  <a:pt x="210283" y="226213"/>
                  <a:pt x="202406" y="226213"/>
                </a:cubicBezTo>
                <a:cubicBezTo>
                  <a:pt x="194529" y="226213"/>
                  <a:pt x="188119" y="219802"/>
                  <a:pt x="188119" y="211925"/>
                </a:cubicBezTo>
                <a:cubicBezTo>
                  <a:pt x="188119" y="204048"/>
                  <a:pt x="194529" y="197638"/>
                  <a:pt x="202406" y="197638"/>
                </a:cubicBezTo>
                <a:close/>
                <a:moveTo>
                  <a:pt x="109128" y="92863"/>
                </a:moveTo>
                <a:lnTo>
                  <a:pt x="143275" y="92863"/>
                </a:lnTo>
                <a:lnTo>
                  <a:pt x="171850" y="121438"/>
                </a:lnTo>
                <a:lnTo>
                  <a:pt x="137703" y="121438"/>
                </a:lnTo>
                <a:lnTo>
                  <a:pt x="109128" y="92863"/>
                </a:lnTo>
                <a:close/>
                <a:moveTo>
                  <a:pt x="35719" y="35713"/>
                </a:moveTo>
                <a:lnTo>
                  <a:pt x="35719" y="17520"/>
                </a:lnTo>
                <a:lnTo>
                  <a:pt x="83344" y="25454"/>
                </a:lnTo>
                <a:lnTo>
                  <a:pt x="83344" y="35713"/>
                </a:lnTo>
                <a:lnTo>
                  <a:pt x="35719" y="35713"/>
                </a:lnTo>
                <a:close/>
                <a:moveTo>
                  <a:pt x="130969" y="211925"/>
                </a:moveTo>
                <a:cubicBezTo>
                  <a:pt x="130969" y="219802"/>
                  <a:pt x="124558" y="226213"/>
                  <a:pt x="116681" y="226213"/>
                </a:cubicBezTo>
                <a:cubicBezTo>
                  <a:pt x="108804" y="226213"/>
                  <a:pt x="102394" y="219802"/>
                  <a:pt x="102394" y="211925"/>
                </a:cubicBezTo>
                <a:cubicBezTo>
                  <a:pt x="102394" y="204048"/>
                  <a:pt x="108804" y="197638"/>
                  <a:pt x="116681" y="197638"/>
                </a:cubicBezTo>
                <a:cubicBezTo>
                  <a:pt x="124558" y="197638"/>
                  <a:pt x="130969" y="204048"/>
                  <a:pt x="130969" y="211925"/>
                </a:cubicBezTo>
                <a:close/>
                <a:moveTo>
                  <a:pt x="197644" y="164300"/>
                </a:moveTo>
                <a:cubicBezTo>
                  <a:pt x="197644" y="166929"/>
                  <a:pt x="195510" y="169063"/>
                  <a:pt x="192881" y="169063"/>
                </a:cubicBezTo>
                <a:lnTo>
                  <a:pt x="40481" y="169063"/>
                </a:lnTo>
                <a:cubicBezTo>
                  <a:pt x="37852" y="169063"/>
                  <a:pt x="35719" y="166929"/>
                  <a:pt x="35719" y="164300"/>
                </a:cubicBezTo>
                <a:lnTo>
                  <a:pt x="35719" y="126200"/>
                </a:lnTo>
                <a:cubicBezTo>
                  <a:pt x="35719" y="123571"/>
                  <a:pt x="37852" y="121438"/>
                  <a:pt x="40481" y="121438"/>
                </a:cubicBezTo>
                <a:lnTo>
                  <a:pt x="124225" y="121438"/>
                </a:lnTo>
                <a:lnTo>
                  <a:pt x="132359" y="129572"/>
                </a:lnTo>
                <a:cubicBezTo>
                  <a:pt x="133255" y="130458"/>
                  <a:pt x="134464" y="130963"/>
                  <a:pt x="135731" y="130963"/>
                </a:cubicBezTo>
                <a:lnTo>
                  <a:pt x="197644" y="130963"/>
                </a:lnTo>
                <a:lnTo>
                  <a:pt x="197644" y="164300"/>
                </a:lnTo>
                <a:close/>
                <a:moveTo>
                  <a:pt x="185318" y="121438"/>
                </a:moveTo>
                <a:lnTo>
                  <a:pt x="156743" y="92863"/>
                </a:lnTo>
                <a:lnTo>
                  <a:pt x="190910" y="92863"/>
                </a:lnTo>
                <a:lnTo>
                  <a:pt x="219485" y="121438"/>
                </a:lnTo>
                <a:lnTo>
                  <a:pt x="185318" y="121438"/>
                </a:lnTo>
                <a:close/>
                <a:moveTo>
                  <a:pt x="164306" y="159538"/>
                </a:moveTo>
                <a:cubicBezTo>
                  <a:pt x="166935" y="159538"/>
                  <a:pt x="169069" y="157404"/>
                  <a:pt x="169069" y="154775"/>
                </a:cubicBezTo>
                <a:lnTo>
                  <a:pt x="169069" y="145250"/>
                </a:lnTo>
                <a:cubicBezTo>
                  <a:pt x="169069" y="142621"/>
                  <a:pt x="166935" y="140488"/>
                  <a:pt x="164306" y="140488"/>
                </a:cubicBezTo>
                <a:cubicBezTo>
                  <a:pt x="161677" y="140488"/>
                  <a:pt x="159544" y="142621"/>
                  <a:pt x="159544" y="145250"/>
                </a:cubicBezTo>
                <a:lnTo>
                  <a:pt x="159544" y="154775"/>
                </a:lnTo>
                <a:cubicBezTo>
                  <a:pt x="159544" y="157404"/>
                  <a:pt x="161677" y="159538"/>
                  <a:pt x="164306" y="159538"/>
                </a:cubicBezTo>
                <a:close/>
                <a:moveTo>
                  <a:pt x="78581" y="130963"/>
                </a:moveTo>
                <a:lnTo>
                  <a:pt x="50006" y="130963"/>
                </a:lnTo>
                <a:cubicBezTo>
                  <a:pt x="47377" y="130963"/>
                  <a:pt x="45244" y="133096"/>
                  <a:pt x="45244" y="135725"/>
                </a:cubicBezTo>
                <a:lnTo>
                  <a:pt x="45244" y="154775"/>
                </a:lnTo>
                <a:cubicBezTo>
                  <a:pt x="45244" y="157404"/>
                  <a:pt x="47377" y="159538"/>
                  <a:pt x="50006" y="159538"/>
                </a:cubicBezTo>
                <a:lnTo>
                  <a:pt x="78581" y="159538"/>
                </a:lnTo>
                <a:cubicBezTo>
                  <a:pt x="81210" y="159538"/>
                  <a:pt x="83344" y="157404"/>
                  <a:pt x="83344" y="154775"/>
                </a:cubicBezTo>
                <a:lnTo>
                  <a:pt x="83344" y="135725"/>
                </a:lnTo>
                <a:cubicBezTo>
                  <a:pt x="83344" y="133096"/>
                  <a:pt x="81210" y="130963"/>
                  <a:pt x="78581" y="130963"/>
                </a:cubicBezTo>
                <a:close/>
                <a:moveTo>
                  <a:pt x="73819" y="150013"/>
                </a:moveTo>
                <a:lnTo>
                  <a:pt x="54769" y="150013"/>
                </a:lnTo>
                <a:lnTo>
                  <a:pt x="54769" y="140488"/>
                </a:lnTo>
                <a:lnTo>
                  <a:pt x="73819" y="140488"/>
                </a:lnTo>
                <a:lnTo>
                  <a:pt x="73819" y="150013"/>
                </a:lnTo>
                <a:close/>
                <a:moveTo>
                  <a:pt x="183356" y="159538"/>
                </a:moveTo>
                <a:cubicBezTo>
                  <a:pt x="185985" y="159538"/>
                  <a:pt x="188119" y="157404"/>
                  <a:pt x="188119" y="154775"/>
                </a:cubicBezTo>
                <a:lnTo>
                  <a:pt x="188119" y="145250"/>
                </a:lnTo>
                <a:cubicBezTo>
                  <a:pt x="188119" y="142621"/>
                  <a:pt x="185985" y="140488"/>
                  <a:pt x="183356" y="140488"/>
                </a:cubicBezTo>
                <a:cubicBezTo>
                  <a:pt x="180727" y="140488"/>
                  <a:pt x="178594" y="142621"/>
                  <a:pt x="178594" y="145250"/>
                </a:cubicBezTo>
                <a:lnTo>
                  <a:pt x="178594" y="154775"/>
                </a:lnTo>
                <a:cubicBezTo>
                  <a:pt x="178594" y="157404"/>
                  <a:pt x="180727" y="159538"/>
                  <a:pt x="183356" y="159538"/>
                </a:cubicBezTo>
                <a:close/>
              </a:path>
            </a:pathLst>
          </a:custGeom>
          <a:solidFill>
            <a:schemeClr val="bg1"/>
          </a:solidFill>
          <a:ln w="9525" cap="flat">
            <a:noFill/>
            <a:prstDash val="solid"/>
            <a:miter/>
          </a:ln>
        </p:spPr>
        <p:txBody>
          <a:bodyPr rtlCol="0" anchor="ctr"/>
          <a:lstStyle/>
          <a:p>
            <a:endParaRPr lang="en-US" dirty="0"/>
          </a:p>
        </p:txBody>
      </p:sp>
      <p:pic>
        <p:nvPicPr>
          <p:cNvPr id="1030" name="Picture 6" descr="What is API Testing - Basic Concepts - Codingular">
            <a:extLst>
              <a:ext uri="{FF2B5EF4-FFF2-40B4-BE49-F238E27FC236}">
                <a16:creationId xmlns:a16="http://schemas.microsoft.com/office/drawing/2014/main" id="{7299F52A-EE28-4BD0-AFF3-832E96865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317" y="1218654"/>
            <a:ext cx="6667500" cy="33337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Qa Icon #301334 - Free Icons Library">
            <a:extLst>
              <a:ext uri="{FF2B5EF4-FFF2-40B4-BE49-F238E27FC236}">
                <a16:creationId xmlns:a16="http://schemas.microsoft.com/office/drawing/2014/main" id="{41A592EA-99F6-49F9-8824-48E2F6A57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9164" y="1597027"/>
            <a:ext cx="285750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519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
          <p:cNvSpPr txBox="1">
            <a:spLocks noGrp="1"/>
          </p:cNvSpPr>
          <p:nvPr>
            <p:ph type="sldNum" idx="12"/>
          </p:nvPr>
        </p:nvSpPr>
        <p:spPr>
          <a:xfrm>
            <a:off x="11296611" y="6217623"/>
            <a:ext cx="731600" cy="524800"/>
          </a:xfrm>
          <a:prstGeom prst="rect">
            <a:avLst/>
          </a:prstGeom>
          <a:noFill/>
          <a:ln>
            <a:noFill/>
          </a:ln>
        </p:spPr>
        <p:txBody>
          <a:bodyPr spcFirstLastPara="1" vert="horz" wrap="square" lIns="0" tIns="0" rIns="0" bIns="0" rtlCol="0" anchor="b" anchorCtr="0">
            <a:noAutofit/>
          </a:bodyPr>
          <a:lstStyle/>
          <a:p>
            <a:fld id="{00000000-1234-1234-1234-123412341234}" type="slidenum">
              <a:rPr lang="en-GB"/>
              <a:pPr/>
              <a:t>2</a:t>
            </a:fld>
            <a:endParaRPr/>
          </a:p>
        </p:txBody>
      </p:sp>
      <p:sp>
        <p:nvSpPr>
          <p:cNvPr id="79" name="Google Shape;79;p3"/>
          <p:cNvSpPr txBox="1"/>
          <p:nvPr/>
        </p:nvSpPr>
        <p:spPr>
          <a:xfrm>
            <a:off x="575733" y="231733"/>
            <a:ext cx="8434000" cy="835200"/>
          </a:xfrm>
          <a:prstGeom prst="rect">
            <a:avLst/>
          </a:prstGeom>
          <a:noFill/>
          <a:ln>
            <a:noFill/>
          </a:ln>
        </p:spPr>
        <p:txBody>
          <a:bodyPr spcFirstLastPara="1" wrap="square" lIns="0" tIns="0" rIns="0" bIns="0" anchor="t" anchorCtr="0">
            <a:noAutofit/>
          </a:bodyPr>
          <a:lstStyle/>
          <a:p>
            <a:pPr>
              <a:lnSpc>
                <a:spcPct val="80000"/>
              </a:lnSpc>
              <a:buClr>
                <a:srgbClr val="000000"/>
              </a:buClr>
              <a:buSzPts val="4000"/>
            </a:pPr>
            <a:r>
              <a:rPr lang="en-GB" sz="5333">
                <a:solidFill>
                  <a:srgbClr val="741B47"/>
                </a:solidFill>
                <a:latin typeface="Raleway Medium"/>
                <a:ea typeface="Raleway Medium"/>
                <a:cs typeface="Raleway Medium"/>
                <a:sym typeface="Raleway Medium"/>
              </a:rPr>
              <a:t>What is the API?</a:t>
            </a:r>
            <a:endParaRPr sz="1867">
              <a:solidFill>
                <a:srgbClr val="000000"/>
              </a:solidFill>
              <a:latin typeface="Arial"/>
              <a:ea typeface="Arial"/>
              <a:cs typeface="Arial"/>
              <a:sym typeface="Arial"/>
            </a:endParaRPr>
          </a:p>
          <a:p>
            <a:pPr>
              <a:lnSpc>
                <a:spcPct val="80000"/>
              </a:lnSpc>
              <a:buClr>
                <a:srgbClr val="000000"/>
              </a:buClr>
              <a:buSzPts val="4800"/>
            </a:pPr>
            <a:endParaRPr sz="6400" b="1">
              <a:solidFill>
                <a:srgbClr val="419DD2"/>
              </a:solidFill>
              <a:latin typeface="Raleway SemiBold"/>
              <a:ea typeface="Raleway SemiBold"/>
              <a:cs typeface="Raleway SemiBold"/>
              <a:sym typeface="Raleway SemiBold"/>
            </a:endParaRPr>
          </a:p>
        </p:txBody>
      </p:sp>
      <p:sp>
        <p:nvSpPr>
          <p:cNvPr id="80" name="Google Shape;80;p3"/>
          <p:cNvSpPr txBox="1"/>
          <p:nvPr/>
        </p:nvSpPr>
        <p:spPr>
          <a:xfrm>
            <a:off x="11532033" y="6087263"/>
            <a:ext cx="609200" cy="246221"/>
          </a:xfrm>
          <a:prstGeom prst="rect">
            <a:avLst/>
          </a:prstGeom>
          <a:noFill/>
          <a:ln>
            <a:noFill/>
          </a:ln>
        </p:spPr>
        <p:txBody>
          <a:bodyPr spcFirstLastPara="1" wrap="square" lIns="0" tIns="0" rIns="0" bIns="0" anchor="b" anchorCtr="0">
            <a:spAutoFit/>
          </a:bodyPr>
          <a:lstStyle/>
          <a:p>
            <a:pPr algn="r">
              <a:buClr>
                <a:srgbClr val="000000"/>
              </a:buClr>
              <a:buSzPts val="1200"/>
            </a:pPr>
            <a:fld id="{00000000-1234-1234-1234-123412341234}" type="slidenum">
              <a:rPr lang="en-GB" sz="1600" b="1">
                <a:solidFill>
                  <a:schemeClr val="lt1"/>
                </a:solidFill>
                <a:latin typeface="Barlow Light"/>
                <a:ea typeface="Barlow Light"/>
                <a:cs typeface="Barlow Light"/>
                <a:sym typeface="Barlow Light"/>
              </a:rPr>
              <a:pPr algn="r">
                <a:buClr>
                  <a:srgbClr val="000000"/>
                </a:buClr>
                <a:buSzPts val="1200"/>
              </a:pPr>
              <a:t>2</a:t>
            </a:fld>
            <a:endParaRPr sz="1600" b="1">
              <a:solidFill>
                <a:schemeClr val="lt1"/>
              </a:solidFill>
              <a:latin typeface="Barlow Light"/>
              <a:ea typeface="Barlow Light"/>
              <a:cs typeface="Barlow Light"/>
              <a:sym typeface="Barlow Light"/>
            </a:endParaRPr>
          </a:p>
        </p:txBody>
      </p:sp>
      <p:pic>
        <p:nvPicPr>
          <p:cNvPr id="81" name="Google Shape;81;p3"/>
          <p:cNvPicPr preferRelativeResize="0"/>
          <p:nvPr/>
        </p:nvPicPr>
        <p:blipFill rotWithShape="1">
          <a:blip r:embed="rId3">
            <a:alphaModFix/>
          </a:blip>
          <a:srcRect b="8441"/>
          <a:stretch>
            <a:fillRect/>
          </a:stretch>
        </p:blipFill>
        <p:spPr>
          <a:xfrm>
            <a:off x="575733" y="1181459"/>
            <a:ext cx="10070496" cy="3922386"/>
          </a:xfrm>
          <a:prstGeom prst="rect">
            <a:avLst/>
          </a:prstGeom>
          <a:noFill/>
          <a:ln>
            <a:noFill/>
          </a:ln>
        </p:spPr>
      </p:pic>
      <p:sp>
        <p:nvSpPr>
          <p:cNvPr id="2" name="TextBox 1">
            <a:extLst>
              <a:ext uri="{FF2B5EF4-FFF2-40B4-BE49-F238E27FC236}">
                <a16:creationId xmlns:a16="http://schemas.microsoft.com/office/drawing/2014/main" id="{B81DAEAD-BB9D-4E12-3DBA-D81079B83E62}"/>
              </a:ext>
            </a:extLst>
          </p:cNvPr>
          <p:cNvSpPr txBox="1"/>
          <p:nvPr/>
        </p:nvSpPr>
        <p:spPr>
          <a:xfrm>
            <a:off x="571044" y="5279694"/>
            <a:ext cx="10843278" cy="1323439"/>
          </a:xfrm>
          <a:prstGeom prst="rect">
            <a:avLst/>
          </a:prstGeom>
          <a:noFill/>
        </p:spPr>
        <p:txBody>
          <a:bodyPr wrap="square" rtlCol="0">
            <a:spAutoFit/>
          </a:bodyPr>
          <a:lstStyle/>
          <a:p>
            <a:pPr lvl="0" algn="just">
              <a:buClr>
                <a:srgbClr val="000000"/>
              </a:buClr>
              <a:buSzPts val="1400"/>
            </a:pPr>
            <a:r>
              <a:rPr lang="en-US" sz="2000" dirty="0">
                <a:solidFill>
                  <a:srgbClr val="000000"/>
                </a:solidFill>
                <a:latin typeface="Arial Narrow" panose="020B0606020202030204" pitchFamily="34" charset="0"/>
                <a:ea typeface="Barlow Light"/>
                <a:cs typeface="Barlow Light"/>
                <a:sym typeface="Barlow Light"/>
              </a:rPr>
              <a:t>An API takes your </a:t>
            </a:r>
            <a:r>
              <a:rPr lang="en-US" sz="2000" u="sng" dirty="0">
                <a:solidFill>
                  <a:schemeClr val="hlink"/>
                </a:solidFill>
                <a:latin typeface="Arial Narrow" panose="020B0606020202030204" pitchFamily="34" charset="0"/>
                <a:ea typeface="Barlow Light"/>
                <a:cs typeface="Barlow Light"/>
                <a:sym typeface="Barlow Light"/>
                <a:hlinkClick r:id="rId4"/>
              </a:rPr>
              <a:t>requests</a:t>
            </a:r>
            <a:r>
              <a:rPr lang="en-US" sz="2000" dirty="0">
                <a:solidFill>
                  <a:srgbClr val="000000"/>
                </a:solidFill>
                <a:latin typeface="Arial Narrow" panose="020B0606020202030204" pitchFamily="34" charset="0"/>
                <a:ea typeface="Barlow Light"/>
                <a:cs typeface="Barlow Light"/>
                <a:sym typeface="Barlow Light"/>
              </a:rPr>
              <a:t> from the device and fetch the response from the server.</a:t>
            </a:r>
            <a:endParaRPr lang="en-US" sz="2000" dirty="0">
              <a:solidFill>
                <a:srgbClr val="000000"/>
              </a:solidFill>
              <a:latin typeface="Arial Narrow" panose="020B0606020202030204" pitchFamily="34" charset="0"/>
              <a:ea typeface="Arial"/>
              <a:cs typeface="Arial"/>
              <a:sym typeface="Arial"/>
            </a:endParaRPr>
          </a:p>
          <a:p>
            <a:pPr lvl="0" algn="just">
              <a:buClr>
                <a:srgbClr val="000000"/>
              </a:buClr>
              <a:buSzPts val="1400"/>
            </a:pPr>
            <a:r>
              <a:rPr lang="en-US" sz="2000" dirty="0">
                <a:solidFill>
                  <a:srgbClr val="000000"/>
                </a:solidFill>
                <a:latin typeface="Arial Narrow" panose="020B0606020202030204" pitchFamily="34" charset="0"/>
                <a:ea typeface="Cambria"/>
                <a:cs typeface="Cambria"/>
                <a:sym typeface="Cambria"/>
              </a:rPr>
              <a:t>Application Programming Interface (API): Is the way of communication between two applications where applications may differ in their platforms or in terms of technology also. </a:t>
            </a:r>
            <a:endParaRPr lang="en-US" sz="2000" dirty="0">
              <a:solidFill>
                <a:srgbClr val="000000"/>
              </a:solidFill>
              <a:latin typeface="Arial Narrow" panose="020B0606020202030204" pitchFamily="34" charset="0"/>
              <a:ea typeface="Arial"/>
              <a:cs typeface="Arial"/>
              <a:sym typeface="Arial"/>
            </a:endParaRPr>
          </a:p>
          <a:p>
            <a:pPr algn="just"/>
            <a:endParaRPr lang="en-IN" sz="2000" dirty="0">
              <a:latin typeface="Arial Narrow" panose="020B0606020202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ata Modeling for APIs. Part 2: REST and JSON - Linked Data ...">
            <a:extLst>
              <a:ext uri="{FF2B5EF4-FFF2-40B4-BE49-F238E27FC236}">
                <a16:creationId xmlns:a16="http://schemas.microsoft.com/office/drawing/2014/main" id="{993E4089-D41A-4C56-B953-842AE81610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75" y="1255012"/>
            <a:ext cx="7229475" cy="434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584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A76B3-D03C-4451-8EB4-18D3076077B3}"/>
              </a:ext>
            </a:extLst>
          </p:cNvPr>
          <p:cNvSpPr>
            <a:spLocks noGrp="1"/>
          </p:cNvSpPr>
          <p:nvPr>
            <p:ph type="title"/>
          </p:nvPr>
        </p:nvSpPr>
        <p:spPr>
          <a:xfrm>
            <a:off x="1780239" y="45126"/>
            <a:ext cx="6993300" cy="540000"/>
          </a:xfrm>
        </p:spPr>
        <p:txBody>
          <a:bodyPr/>
          <a:lstStyle/>
          <a:p>
            <a:pPr algn="ctr"/>
            <a:r>
              <a:rPr lang="en-US" dirty="0"/>
              <a:t>Application Tiers – 3 Layers</a:t>
            </a:r>
          </a:p>
        </p:txBody>
      </p:sp>
      <p:cxnSp>
        <p:nvCxnSpPr>
          <p:cNvPr id="7" name="Straight Connector 6">
            <a:extLst>
              <a:ext uri="{FF2B5EF4-FFF2-40B4-BE49-F238E27FC236}">
                <a16:creationId xmlns:a16="http://schemas.microsoft.com/office/drawing/2014/main" id="{4B51536B-93ED-432A-BBEA-AF185E2233AE}"/>
              </a:ext>
              <a:ext uri="{C183D7F6-B498-43B3-948B-1728B52AA6E4}">
                <adec:decorative xmlns:adec="http://schemas.microsoft.com/office/drawing/2017/decorative" val="1"/>
              </a:ext>
            </a:extLst>
          </p:cNvPr>
          <p:cNvCxnSpPr/>
          <p:nvPr/>
        </p:nvCxnSpPr>
        <p:spPr>
          <a:xfrm>
            <a:off x="9994397" y="1272240"/>
            <a:ext cx="0" cy="4093388"/>
          </a:xfrm>
          <a:prstGeom prst="line">
            <a:avLst/>
          </a:prstGeom>
          <a:ln w="635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3619E243-D955-4AE4-B703-304B0F84084C}"/>
              </a:ext>
            </a:extLst>
          </p:cNvPr>
          <p:cNvSpPr>
            <a:spLocks noGrp="1"/>
          </p:cNvSpPr>
          <p:nvPr>
            <p:ph type="sldNum" sz="quarter" idx="15"/>
          </p:nvPr>
        </p:nvSpPr>
        <p:spPr/>
        <p:txBody>
          <a:bodyPr/>
          <a:lstStyle/>
          <a:p>
            <a:fld id="{058DB212-BFA2-403F-85EF-DFD3FF6D973A}" type="slidenum">
              <a:rPr lang="en-US" smtClean="0"/>
              <a:pPr/>
              <a:t>4</a:t>
            </a:fld>
            <a:endParaRPr lang="en-US" dirty="0"/>
          </a:p>
        </p:txBody>
      </p:sp>
      <p:pic>
        <p:nvPicPr>
          <p:cNvPr id="15" name="Picture 14" descr="A close up of a logo&#10;&#10;Description automatically generated">
            <a:extLst>
              <a:ext uri="{FF2B5EF4-FFF2-40B4-BE49-F238E27FC236}">
                <a16:creationId xmlns:a16="http://schemas.microsoft.com/office/drawing/2014/main" id="{A81CA590-2348-4417-B004-2B1BF9313DB7}"/>
              </a:ext>
            </a:extLst>
          </p:cNvPr>
          <p:cNvPicPr>
            <a:picLocks noChangeAspect="1"/>
          </p:cNvPicPr>
          <p:nvPr/>
        </p:nvPicPr>
        <p:blipFill>
          <a:blip r:embed="rId2"/>
          <a:stretch>
            <a:fillRect/>
          </a:stretch>
        </p:blipFill>
        <p:spPr>
          <a:xfrm>
            <a:off x="1561939" y="585126"/>
            <a:ext cx="6993299" cy="6092874"/>
          </a:xfrm>
          <a:prstGeom prst="rect">
            <a:avLst/>
          </a:prstGeom>
        </p:spPr>
      </p:pic>
    </p:spTree>
    <p:extLst>
      <p:ext uri="{BB962C8B-B14F-4D97-AF65-F5344CB8AC3E}">
        <p14:creationId xmlns:p14="http://schemas.microsoft.com/office/powerpoint/2010/main" val="851971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B97E3E27-DB32-4EA8-A0BB-8F811BE27AE6}"/>
              </a:ext>
            </a:extLst>
          </p:cNvPr>
          <p:cNvSpPr>
            <a:spLocks noGrp="1"/>
          </p:cNvSpPr>
          <p:nvPr>
            <p:ph type="title"/>
          </p:nvPr>
        </p:nvSpPr>
        <p:spPr>
          <a:xfrm>
            <a:off x="3635022" y="5135199"/>
            <a:ext cx="3002845" cy="540000"/>
          </a:xfrm>
        </p:spPr>
        <p:txBody>
          <a:bodyPr/>
          <a:lstStyle/>
          <a:p>
            <a:r>
              <a:rPr lang="en-US" dirty="0"/>
              <a:t>Diagram</a:t>
            </a:r>
          </a:p>
        </p:txBody>
      </p:sp>
      <p:pic>
        <p:nvPicPr>
          <p:cNvPr id="5" name="Picture 4">
            <a:extLst>
              <a:ext uri="{FF2B5EF4-FFF2-40B4-BE49-F238E27FC236}">
                <a16:creationId xmlns:a16="http://schemas.microsoft.com/office/drawing/2014/main" id="{B3401391-6556-4ED4-B2B7-734B5383DA42}"/>
              </a:ext>
            </a:extLst>
          </p:cNvPr>
          <p:cNvPicPr>
            <a:picLocks noChangeAspect="1"/>
          </p:cNvPicPr>
          <p:nvPr/>
        </p:nvPicPr>
        <p:blipFill>
          <a:blip r:embed="rId2"/>
          <a:stretch>
            <a:fillRect/>
          </a:stretch>
        </p:blipFill>
        <p:spPr>
          <a:xfrm>
            <a:off x="123052" y="0"/>
            <a:ext cx="11945895" cy="6858000"/>
          </a:xfrm>
          <a:prstGeom prst="rect">
            <a:avLst/>
          </a:prstGeom>
        </p:spPr>
      </p:pic>
    </p:spTree>
    <p:extLst>
      <p:ext uri="{BB962C8B-B14F-4D97-AF65-F5344CB8AC3E}">
        <p14:creationId xmlns:p14="http://schemas.microsoft.com/office/powerpoint/2010/main" val="348257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txBox="1">
            <a:spLocks noGrp="1"/>
          </p:cNvSpPr>
          <p:nvPr>
            <p:ph type="sldNum" idx="12"/>
          </p:nvPr>
        </p:nvSpPr>
        <p:spPr>
          <a:xfrm>
            <a:off x="11296611" y="6217623"/>
            <a:ext cx="731600" cy="524800"/>
          </a:xfrm>
          <a:prstGeom prst="rect">
            <a:avLst/>
          </a:prstGeom>
          <a:noFill/>
          <a:ln>
            <a:noFill/>
          </a:ln>
        </p:spPr>
        <p:txBody>
          <a:bodyPr spcFirstLastPara="1" vert="horz" wrap="square" lIns="0" tIns="0" rIns="0" bIns="0" rtlCol="0" anchor="b" anchorCtr="0">
            <a:noAutofit/>
          </a:bodyPr>
          <a:lstStyle/>
          <a:p>
            <a:fld id="{00000000-1234-1234-1234-123412341234}" type="slidenum">
              <a:rPr lang="en-GB"/>
              <a:pPr/>
              <a:t>6</a:t>
            </a:fld>
            <a:endParaRPr/>
          </a:p>
        </p:txBody>
      </p:sp>
      <p:sp>
        <p:nvSpPr>
          <p:cNvPr id="87" name="Google Shape;87;p4"/>
          <p:cNvSpPr txBox="1"/>
          <p:nvPr/>
        </p:nvSpPr>
        <p:spPr>
          <a:xfrm>
            <a:off x="575733" y="231733"/>
            <a:ext cx="8434000" cy="835200"/>
          </a:xfrm>
          <a:prstGeom prst="rect">
            <a:avLst/>
          </a:prstGeom>
          <a:noFill/>
          <a:ln>
            <a:noFill/>
          </a:ln>
        </p:spPr>
        <p:txBody>
          <a:bodyPr spcFirstLastPara="1" wrap="square" lIns="0" tIns="0" rIns="0" bIns="0" anchor="t" anchorCtr="0">
            <a:noAutofit/>
          </a:bodyPr>
          <a:lstStyle/>
          <a:p>
            <a:pPr>
              <a:lnSpc>
                <a:spcPct val="80000"/>
              </a:lnSpc>
              <a:buClr>
                <a:srgbClr val="000000"/>
              </a:buClr>
              <a:buSzPts val="3200"/>
            </a:pPr>
            <a:r>
              <a:rPr lang="en-GB" sz="4267">
                <a:solidFill>
                  <a:srgbClr val="741B47"/>
                </a:solidFill>
                <a:latin typeface="Raleway Medium"/>
                <a:ea typeface="Raleway Medium"/>
                <a:cs typeface="Raleway Medium"/>
                <a:sym typeface="Raleway Medium"/>
              </a:rPr>
              <a:t>Real-Time Example of API?</a:t>
            </a:r>
            <a:endParaRPr sz="4267">
              <a:solidFill>
                <a:srgbClr val="000000"/>
              </a:solidFill>
              <a:latin typeface="Arial"/>
              <a:ea typeface="Arial"/>
              <a:cs typeface="Arial"/>
              <a:sym typeface="Arial"/>
            </a:endParaRPr>
          </a:p>
          <a:p>
            <a:pPr>
              <a:lnSpc>
                <a:spcPct val="80000"/>
              </a:lnSpc>
              <a:buClr>
                <a:srgbClr val="000000"/>
              </a:buClr>
              <a:buSzPts val="4800"/>
            </a:pPr>
            <a:endParaRPr sz="4267" b="1">
              <a:solidFill>
                <a:srgbClr val="419DD2"/>
              </a:solidFill>
              <a:latin typeface="Raleway SemiBold"/>
              <a:ea typeface="Raleway SemiBold"/>
              <a:cs typeface="Raleway SemiBold"/>
              <a:sym typeface="Raleway SemiBold"/>
            </a:endParaRPr>
          </a:p>
        </p:txBody>
      </p:sp>
      <p:sp>
        <p:nvSpPr>
          <p:cNvPr id="88" name="Google Shape;88;p4"/>
          <p:cNvSpPr txBox="1"/>
          <p:nvPr/>
        </p:nvSpPr>
        <p:spPr>
          <a:xfrm>
            <a:off x="11532033" y="6087263"/>
            <a:ext cx="609200" cy="246221"/>
          </a:xfrm>
          <a:prstGeom prst="rect">
            <a:avLst/>
          </a:prstGeom>
          <a:noFill/>
          <a:ln>
            <a:noFill/>
          </a:ln>
        </p:spPr>
        <p:txBody>
          <a:bodyPr spcFirstLastPara="1" wrap="square" lIns="0" tIns="0" rIns="0" bIns="0" anchor="b" anchorCtr="0">
            <a:spAutoFit/>
          </a:bodyPr>
          <a:lstStyle/>
          <a:p>
            <a:pPr algn="r">
              <a:buClr>
                <a:srgbClr val="000000"/>
              </a:buClr>
              <a:buSzPts val="1200"/>
            </a:pPr>
            <a:fld id="{00000000-1234-1234-1234-123412341234}" type="slidenum">
              <a:rPr lang="en-GB" sz="1600" b="1">
                <a:solidFill>
                  <a:schemeClr val="lt1"/>
                </a:solidFill>
                <a:latin typeface="Barlow Light"/>
                <a:ea typeface="Barlow Light"/>
                <a:cs typeface="Barlow Light"/>
                <a:sym typeface="Barlow Light"/>
              </a:rPr>
              <a:pPr algn="r">
                <a:buClr>
                  <a:srgbClr val="000000"/>
                </a:buClr>
                <a:buSzPts val="1200"/>
              </a:pPr>
              <a:t>6</a:t>
            </a:fld>
            <a:endParaRPr sz="1600" b="1">
              <a:solidFill>
                <a:schemeClr val="lt1"/>
              </a:solidFill>
              <a:latin typeface="Barlow Light"/>
              <a:ea typeface="Barlow Light"/>
              <a:cs typeface="Barlow Light"/>
              <a:sym typeface="Barlow Light"/>
            </a:endParaRPr>
          </a:p>
        </p:txBody>
      </p:sp>
      <p:pic>
        <p:nvPicPr>
          <p:cNvPr id="89" name="Google Shape;89;p4"/>
          <p:cNvPicPr preferRelativeResize="0"/>
          <p:nvPr/>
        </p:nvPicPr>
        <p:blipFill rotWithShape="1">
          <a:blip r:embed="rId3">
            <a:alphaModFix/>
          </a:blip>
          <a:srcRect b="8669"/>
          <a:stretch>
            <a:fillRect/>
          </a:stretch>
        </p:blipFill>
        <p:spPr>
          <a:xfrm>
            <a:off x="204609" y="689106"/>
            <a:ext cx="11190656" cy="55285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3" name="Google Shape;113;p7"/>
          <p:cNvSpPr txBox="1">
            <a:spLocks noGrp="1"/>
          </p:cNvSpPr>
          <p:nvPr>
            <p:ph type="title"/>
          </p:nvPr>
        </p:nvSpPr>
        <p:spPr>
          <a:xfrm>
            <a:off x="415600" y="436933"/>
            <a:ext cx="11360800" cy="778800"/>
          </a:xfrm>
          <a:prstGeom prst="rect">
            <a:avLst/>
          </a:prstGeom>
          <a:noFill/>
          <a:ln>
            <a:noFill/>
          </a:ln>
        </p:spPr>
        <p:txBody>
          <a:bodyPr spcFirstLastPara="1" vert="horz" wrap="square" lIns="121900" tIns="121900" rIns="121900" bIns="121900" rtlCol="0" anchor="t" anchorCtr="0">
            <a:normAutofit fontScale="90000"/>
          </a:bodyPr>
          <a:lstStyle/>
          <a:p>
            <a:pPr marL="609585">
              <a:lnSpc>
                <a:spcPct val="150000"/>
              </a:lnSpc>
              <a:spcBef>
                <a:spcPts val="2400"/>
              </a:spcBef>
              <a:spcAft>
                <a:spcPts val="800"/>
              </a:spcAft>
              <a:buSzPct val="114758"/>
            </a:pPr>
            <a:r>
              <a:rPr lang="en-GB" sz="3615" b="1">
                <a:latin typeface="Montserrat"/>
                <a:ea typeface="Montserrat"/>
                <a:cs typeface="Montserrat"/>
                <a:sym typeface="Montserrat"/>
              </a:rPr>
              <a:t>What is API Testing?</a:t>
            </a:r>
            <a:endParaRPr sz="5215" b="1"/>
          </a:p>
        </p:txBody>
      </p:sp>
      <p:sp>
        <p:nvSpPr>
          <p:cNvPr id="114" name="Google Shape;114;p7"/>
          <p:cNvSpPr txBox="1">
            <a:spLocks noGrp="1"/>
          </p:cNvSpPr>
          <p:nvPr>
            <p:ph type="body" idx="1"/>
          </p:nvPr>
        </p:nvSpPr>
        <p:spPr>
          <a:xfrm>
            <a:off x="415600" y="1536633"/>
            <a:ext cx="11360800" cy="3858400"/>
          </a:xfrm>
          <a:prstGeom prst="rect">
            <a:avLst/>
          </a:prstGeom>
          <a:noFill/>
          <a:ln>
            <a:noFill/>
          </a:ln>
        </p:spPr>
        <p:txBody>
          <a:bodyPr spcFirstLastPara="1" vert="horz" wrap="square" lIns="121900" tIns="121900" rIns="121900" bIns="121900" rtlCol="0" anchor="t" anchorCtr="0">
            <a:normAutofit/>
          </a:bodyPr>
          <a:lstStyle/>
          <a:p>
            <a:pPr indent="-423323" algn="just">
              <a:lnSpc>
                <a:spcPct val="150000"/>
              </a:lnSpc>
              <a:spcBef>
                <a:spcPts val="1600"/>
              </a:spcBef>
              <a:buClr>
                <a:schemeClr val="dk1"/>
              </a:buClr>
              <a:buSzPts val="1400"/>
              <a:buFont typeface="Montserrat"/>
              <a:buChar char="●"/>
            </a:pPr>
            <a:r>
              <a:rPr lang="en-GB" sz="1867">
                <a:solidFill>
                  <a:schemeClr val="dk1"/>
                </a:solidFill>
                <a:latin typeface="Montserrat"/>
                <a:ea typeface="Montserrat"/>
                <a:cs typeface="Montserrat"/>
                <a:sym typeface="Montserrat"/>
              </a:rPr>
              <a:t>API testing is a process used to assess the performance, security, and usability of APIs. </a:t>
            </a:r>
            <a:endParaRPr sz="1867">
              <a:solidFill>
                <a:schemeClr val="dk1"/>
              </a:solidFill>
              <a:latin typeface="Montserrat"/>
              <a:ea typeface="Montserrat"/>
              <a:cs typeface="Montserrat"/>
              <a:sym typeface="Montserrat"/>
            </a:endParaRPr>
          </a:p>
          <a:p>
            <a:pPr indent="-423323" algn="just">
              <a:lnSpc>
                <a:spcPct val="150000"/>
              </a:lnSpc>
              <a:buClr>
                <a:schemeClr val="dk1"/>
              </a:buClr>
              <a:buSzPts val="1400"/>
              <a:buFont typeface="Montserrat"/>
              <a:buChar char="●"/>
            </a:pPr>
            <a:r>
              <a:rPr lang="en-GB" sz="1867">
                <a:solidFill>
                  <a:schemeClr val="dk1"/>
                </a:solidFill>
                <a:latin typeface="Montserrat"/>
                <a:ea typeface="Montserrat"/>
                <a:cs typeface="Montserrat"/>
                <a:sym typeface="Montserrat"/>
              </a:rPr>
              <a:t>It aids in finding bugs, problems, and security weaknesses and makes sure the API generates the desired results. </a:t>
            </a:r>
            <a:endParaRPr sz="1867">
              <a:solidFill>
                <a:schemeClr val="dk1"/>
              </a:solidFill>
              <a:latin typeface="Montserrat"/>
              <a:ea typeface="Montserrat"/>
              <a:cs typeface="Montserrat"/>
              <a:sym typeface="Montserrat"/>
            </a:endParaRPr>
          </a:p>
          <a:p>
            <a:pPr indent="-423323" algn="just">
              <a:lnSpc>
                <a:spcPct val="150000"/>
              </a:lnSpc>
              <a:buClr>
                <a:schemeClr val="dk1"/>
              </a:buClr>
              <a:buSzPts val="1400"/>
              <a:buFont typeface="Montserrat"/>
              <a:buChar char="●"/>
            </a:pPr>
            <a:r>
              <a:rPr lang="en-GB" sz="1867">
                <a:solidFill>
                  <a:schemeClr val="dk1"/>
                </a:solidFill>
                <a:latin typeface="Montserrat"/>
                <a:ea typeface="Montserrat"/>
                <a:cs typeface="Montserrat"/>
                <a:sym typeface="Montserrat"/>
              </a:rPr>
              <a:t>Testing an API's functionality and if it meets stakeholder expectations are the two main goals of this process. </a:t>
            </a:r>
            <a:endParaRPr sz="1867">
              <a:solidFill>
                <a:schemeClr val="dk1"/>
              </a:solidFill>
              <a:latin typeface="Montserrat"/>
              <a:ea typeface="Montserrat"/>
              <a:cs typeface="Montserrat"/>
              <a:sym typeface="Montserrat"/>
            </a:endParaRPr>
          </a:p>
          <a:p>
            <a:pPr indent="-423323" algn="just">
              <a:lnSpc>
                <a:spcPct val="150000"/>
              </a:lnSpc>
              <a:buClr>
                <a:schemeClr val="dk1"/>
              </a:buClr>
              <a:buSzPts val="1400"/>
              <a:buFont typeface="Montserrat"/>
              <a:buChar char="●"/>
            </a:pPr>
            <a:r>
              <a:rPr lang="en-GB" sz="1867">
                <a:solidFill>
                  <a:schemeClr val="dk1"/>
                </a:solidFill>
                <a:latin typeface="Montserrat"/>
                <a:ea typeface="Montserrat"/>
                <a:cs typeface="Montserrat"/>
                <a:sym typeface="Montserrat"/>
              </a:rPr>
              <a:t>The test needs to cover a wide range of topics, including input validation, managing errors, security, performance, and reliability.</a:t>
            </a:r>
            <a:endParaRPr sz="1867">
              <a:solidFill>
                <a:schemeClr val="dk1"/>
              </a:solidFill>
              <a:latin typeface="Montserrat"/>
              <a:ea typeface="Montserrat"/>
              <a:cs typeface="Montserrat"/>
              <a:sym typeface="Montserrat"/>
            </a:endParaRPr>
          </a:p>
          <a:p>
            <a:pPr marL="0" indent="0" algn="just">
              <a:spcBef>
                <a:spcPts val="2000"/>
              </a:spcBef>
              <a:buNone/>
            </a:pPr>
            <a:endParaRPr sz="1867">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9" name="Google Shape;149;p11"/>
          <p:cNvSpPr txBox="1">
            <a:spLocks noGrp="1"/>
          </p:cNvSpPr>
          <p:nvPr>
            <p:ph type="title"/>
          </p:nvPr>
        </p:nvSpPr>
        <p:spPr>
          <a:xfrm>
            <a:off x="285800" y="-220375"/>
            <a:ext cx="11360800" cy="778800"/>
          </a:xfrm>
          <a:prstGeom prst="rect">
            <a:avLst/>
          </a:prstGeom>
          <a:noFill/>
          <a:ln>
            <a:noFill/>
          </a:ln>
        </p:spPr>
        <p:txBody>
          <a:bodyPr spcFirstLastPara="1" vert="horz" wrap="square" lIns="121900" tIns="121900" rIns="121900" bIns="121900" rtlCol="0" anchor="t" anchorCtr="0">
            <a:normAutofit fontScale="90000"/>
          </a:bodyPr>
          <a:lstStyle/>
          <a:p>
            <a:pPr marL="609585">
              <a:lnSpc>
                <a:spcPct val="150000"/>
              </a:lnSpc>
              <a:spcBef>
                <a:spcPts val="2400"/>
              </a:spcBef>
              <a:spcAft>
                <a:spcPts val="800"/>
              </a:spcAft>
              <a:buSzPct val="114758"/>
            </a:pPr>
            <a:r>
              <a:rPr lang="en-GB" sz="3615" b="1" dirty="0">
                <a:latin typeface="Montserrat"/>
                <a:ea typeface="Montserrat"/>
                <a:cs typeface="Montserrat"/>
                <a:sym typeface="Montserrat"/>
              </a:rPr>
              <a:t>Benefits of API Testing</a:t>
            </a:r>
            <a:endParaRPr dirty="0"/>
          </a:p>
        </p:txBody>
      </p:sp>
      <p:sp>
        <p:nvSpPr>
          <p:cNvPr id="150" name="Google Shape;150;p11"/>
          <p:cNvSpPr txBox="1">
            <a:spLocks noGrp="1"/>
          </p:cNvSpPr>
          <p:nvPr>
            <p:ph type="body" idx="1"/>
          </p:nvPr>
        </p:nvSpPr>
        <p:spPr>
          <a:xfrm>
            <a:off x="415600" y="897400"/>
            <a:ext cx="10968400" cy="5456317"/>
          </a:xfrm>
          <a:prstGeom prst="rect">
            <a:avLst/>
          </a:prstGeom>
          <a:noFill/>
          <a:ln>
            <a:noFill/>
          </a:ln>
        </p:spPr>
        <p:txBody>
          <a:bodyPr spcFirstLastPara="1" vert="horz" wrap="square" lIns="121900" tIns="121900" rIns="121900" bIns="121900" rtlCol="0" anchor="t" anchorCtr="0">
            <a:noAutofit/>
          </a:bodyPr>
          <a:lstStyle/>
          <a:p>
            <a:r>
              <a:rPr lang="en-GB" sz="3733" b="1" baseline="30000" dirty="0">
                <a:solidFill>
                  <a:srgbClr val="212529"/>
                </a:solidFill>
                <a:latin typeface="Calibri"/>
                <a:ea typeface="Calibri"/>
                <a:cs typeface="Calibri"/>
                <a:sym typeface="Calibri"/>
              </a:rPr>
              <a:t>Earlier Testing -</a:t>
            </a:r>
            <a:endParaRPr sz="3733" baseline="30000" dirty="0"/>
          </a:p>
          <a:p>
            <a:pPr marL="152396" indent="0">
              <a:buNone/>
            </a:pPr>
            <a:r>
              <a:rPr lang="en-GB" sz="3733" baseline="30000" dirty="0">
                <a:solidFill>
                  <a:srgbClr val="212529"/>
                </a:solidFill>
                <a:latin typeface="Calibri"/>
                <a:ea typeface="Calibri"/>
                <a:cs typeface="Calibri"/>
                <a:sym typeface="Calibri"/>
              </a:rPr>
              <a:t>With API testing, once the logic is designed, tests can be built to validate the correctness in responses and data. We don't have to wait for various teams to finish their work or for full applications to be built - test cases are isolated and ready to built immediately.</a:t>
            </a:r>
            <a:endParaRPr sz="4800" baseline="30000" dirty="0"/>
          </a:p>
          <a:p>
            <a:r>
              <a:rPr lang="en-GB" sz="3733" b="1" baseline="30000" dirty="0">
                <a:solidFill>
                  <a:srgbClr val="212529"/>
                </a:solidFill>
                <a:latin typeface="Calibri"/>
                <a:ea typeface="Calibri"/>
                <a:cs typeface="Calibri"/>
                <a:sym typeface="Calibri"/>
              </a:rPr>
              <a:t>Speed and (Coverage) of Testing -</a:t>
            </a:r>
            <a:endParaRPr sz="3733" baseline="30000" dirty="0"/>
          </a:p>
          <a:p>
            <a:pPr marL="152396" indent="0">
              <a:buNone/>
            </a:pPr>
            <a:r>
              <a:rPr lang="en-GB" sz="3733" baseline="30000" dirty="0">
                <a:solidFill>
                  <a:srgbClr val="212529"/>
                </a:solidFill>
                <a:latin typeface="Calibri"/>
                <a:ea typeface="Calibri"/>
                <a:cs typeface="Calibri"/>
                <a:sym typeface="Calibri"/>
              </a:rPr>
              <a:t>300 UI tests may take 30 hours to run. 300 API tests could be run in 3 minutes. That means you’ll find more bugs in less time, while also being about to fix them immediately.</a:t>
            </a:r>
            <a:endParaRPr sz="3733" baseline="30000" dirty="0"/>
          </a:p>
          <a:p>
            <a:r>
              <a:rPr lang="en-GB" sz="3733" b="1" baseline="30000" dirty="0">
                <a:solidFill>
                  <a:srgbClr val="212529"/>
                </a:solidFill>
                <a:latin typeface="Calibri"/>
                <a:ea typeface="Calibri"/>
                <a:cs typeface="Calibri"/>
                <a:sym typeface="Calibri"/>
              </a:rPr>
              <a:t>Faster Time To Resolution -</a:t>
            </a:r>
            <a:endParaRPr sz="3733" baseline="30000" dirty="0"/>
          </a:p>
          <a:p>
            <a:pPr marL="152396" indent="0">
              <a:buNone/>
            </a:pPr>
            <a:r>
              <a:rPr lang="en-GB" sz="3733" baseline="30000" dirty="0">
                <a:solidFill>
                  <a:srgbClr val="212529"/>
                </a:solidFill>
                <a:latin typeface="Calibri"/>
                <a:ea typeface="Calibri"/>
                <a:cs typeface="Calibri"/>
                <a:sym typeface="Calibri"/>
              </a:rPr>
              <a:t>When API tests fail, we know exactly where our system broke and where the defect can be found. </a:t>
            </a:r>
          </a:p>
          <a:p>
            <a:pPr marL="152396" indent="0">
              <a:spcBef>
                <a:spcPts val="1867"/>
              </a:spcBef>
              <a:buNone/>
            </a:pPr>
            <a:br>
              <a:rPr lang="en-GB" sz="1867" dirty="0"/>
            </a:br>
            <a:endParaRPr sz="1867" b="1" dirty="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F8D9CB-E017-4CD3-A7E8-19653BF9C4EE}"/>
              </a:ext>
            </a:extLst>
          </p:cNvPr>
          <p:cNvSpPr>
            <a:spLocks noGrp="1"/>
          </p:cNvSpPr>
          <p:nvPr>
            <p:ph type="sldNum" sz="quarter" idx="14"/>
          </p:nvPr>
        </p:nvSpPr>
        <p:spPr/>
        <p:txBody>
          <a:bodyPr/>
          <a:lstStyle/>
          <a:p>
            <a:fld id="{058DB212-BFA2-403F-85EF-DFD3FF6D973A}" type="slidenum">
              <a:rPr lang="en-US" noProof="0" smtClean="0"/>
              <a:pPr/>
              <a:t>9</a:t>
            </a:fld>
            <a:endParaRPr lang="en-US" noProof="0"/>
          </a:p>
        </p:txBody>
      </p:sp>
      <p:pic>
        <p:nvPicPr>
          <p:cNvPr id="6146" name="Picture 2" descr="Consuming REST APIs with Python. What is a RESTful API? | by Sagar ...">
            <a:extLst>
              <a:ext uri="{FF2B5EF4-FFF2-40B4-BE49-F238E27FC236}">
                <a16:creationId xmlns:a16="http://schemas.microsoft.com/office/drawing/2014/main" id="{76C980A8-3F3B-46AA-9983-E3BDDB9D8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674" y="907550"/>
            <a:ext cx="7305675" cy="48704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81DD375-99F9-4886-B025-761DEFE4F572}"/>
              </a:ext>
            </a:extLst>
          </p:cNvPr>
          <p:cNvPicPr>
            <a:picLocks noChangeAspect="1"/>
          </p:cNvPicPr>
          <p:nvPr/>
        </p:nvPicPr>
        <p:blipFill>
          <a:blip r:embed="rId3"/>
          <a:stretch>
            <a:fillRect/>
          </a:stretch>
        </p:blipFill>
        <p:spPr>
          <a:xfrm>
            <a:off x="4362247" y="1080000"/>
            <a:ext cx="2533650" cy="485775"/>
          </a:xfrm>
          <a:prstGeom prst="rect">
            <a:avLst/>
          </a:prstGeom>
        </p:spPr>
      </p:pic>
    </p:spTree>
    <p:extLst>
      <p:ext uri="{BB962C8B-B14F-4D97-AF65-F5344CB8AC3E}">
        <p14:creationId xmlns:p14="http://schemas.microsoft.com/office/powerpoint/2010/main" val="4100228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85A3E8-2577-430C-923C-0C02F72B38E9}"/>
              </a:ext>
            </a:extLst>
          </p:cNvPr>
          <p:cNvSpPr>
            <a:spLocks noGrp="1"/>
          </p:cNvSpPr>
          <p:nvPr>
            <p:ph type="sldNum" sz="quarter" idx="14"/>
          </p:nvPr>
        </p:nvSpPr>
        <p:spPr/>
        <p:txBody>
          <a:bodyPr/>
          <a:lstStyle/>
          <a:p>
            <a:fld id="{058DB212-BFA2-403F-85EF-DFD3FF6D973A}" type="slidenum">
              <a:rPr lang="en-US" noProof="0" smtClean="0"/>
              <a:pPr/>
              <a:t>10</a:t>
            </a:fld>
            <a:endParaRPr lang="en-US" noProof="0"/>
          </a:p>
        </p:txBody>
      </p:sp>
      <p:pic>
        <p:nvPicPr>
          <p:cNvPr id="8194" name="Picture 2" descr="WordPress REST API - What, How and Why?">
            <a:extLst>
              <a:ext uri="{FF2B5EF4-FFF2-40B4-BE49-F238E27FC236}">
                <a16:creationId xmlns:a16="http://schemas.microsoft.com/office/drawing/2014/main" id="{288DED29-2BA5-4277-A2E5-906189D93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144" y="895525"/>
            <a:ext cx="9004774" cy="50669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215A2BD-4A92-4531-94B4-90477884FC57}"/>
              </a:ext>
            </a:extLst>
          </p:cNvPr>
          <p:cNvPicPr>
            <a:picLocks noChangeAspect="1"/>
          </p:cNvPicPr>
          <p:nvPr/>
        </p:nvPicPr>
        <p:blipFill>
          <a:blip r:embed="rId3"/>
          <a:stretch>
            <a:fillRect/>
          </a:stretch>
        </p:blipFill>
        <p:spPr>
          <a:xfrm>
            <a:off x="2759401" y="993179"/>
            <a:ext cx="5667375" cy="552450"/>
          </a:xfrm>
          <a:prstGeom prst="rect">
            <a:avLst/>
          </a:prstGeom>
        </p:spPr>
      </p:pic>
      <p:pic>
        <p:nvPicPr>
          <p:cNvPr id="8" name="Picture 7">
            <a:extLst>
              <a:ext uri="{FF2B5EF4-FFF2-40B4-BE49-F238E27FC236}">
                <a16:creationId xmlns:a16="http://schemas.microsoft.com/office/drawing/2014/main" id="{70815998-5BF7-404D-BBCC-644F3277CAD1}"/>
              </a:ext>
            </a:extLst>
          </p:cNvPr>
          <p:cNvPicPr>
            <a:picLocks noChangeAspect="1"/>
          </p:cNvPicPr>
          <p:nvPr/>
        </p:nvPicPr>
        <p:blipFill>
          <a:blip r:embed="rId4"/>
          <a:stretch>
            <a:fillRect/>
          </a:stretch>
        </p:blipFill>
        <p:spPr>
          <a:xfrm>
            <a:off x="1301071" y="1447975"/>
            <a:ext cx="5362575" cy="752475"/>
          </a:xfrm>
          <a:prstGeom prst="rect">
            <a:avLst/>
          </a:prstGeom>
        </p:spPr>
      </p:pic>
    </p:spTree>
    <p:extLst>
      <p:ext uri="{BB962C8B-B14F-4D97-AF65-F5344CB8AC3E}">
        <p14:creationId xmlns:p14="http://schemas.microsoft.com/office/powerpoint/2010/main" val="308759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08972D-7BC6-4A1C-B42D-AFDCFD97A00F}"/>
              </a:ext>
            </a:extLst>
          </p:cNvPr>
          <p:cNvSpPr>
            <a:spLocks noGrp="1"/>
          </p:cNvSpPr>
          <p:nvPr>
            <p:ph type="sldNum" sz="quarter" idx="14"/>
          </p:nvPr>
        </p:nvSpPr>
        <p:spPr/>
        <p:txBody>
          <a:bodyPr/>
          <a:lstStyle/>
          <a:p>
            <a:fld id="{058DB212-BFA2-403F-85EF-DFD3FF6D973A}" type="slidenum">
              <a:rPr lang="en-US" noProof="0" smtClean="0"/>
              <a:pPr/>
              <a:t>11</a:t>
            </a:fld>
            <a:endParaRPr lang="en-US" noProof="0"/>
          </a:p>
        </p:txBody>
      </p:sp>
      <p:pic>
        <p:nvPicPr>
          <p:cNvPr id="10242" name="Picture 2" descr="SOAP vs REST | Top 13 Best Comparison You Must Learn">
            <a:extLst>
              <a:ext uri="{FF2B5EF4-FFF2-40B4-BE49-F238E27FC236}">
                <a16:creationId xmlns:a16="http://schemas.microsoft.com/office/drawing/2014/main" id="{A16DF88D-387F-4EC8-BE0F-92B9F8AB01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4073" y="1870200"/>
            <a:ext cx="5829300" cy="27622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DB2C3AE-7F61-4897-B5EE-A08FA922118A}"/>
              </a:ext>
            </a:extLst>
          </p:cNvPr>
          <p:cNvPicPr>
            <a:picLocks noChangeAspect="1"/>
          </p:cNvPicPr>
          <p:nvPr/>
        </p:nvPicPr>
        <p:blipFill>
          <a:blip r:embed="rId3"/>
          <a:stretch>
            <a:fillRect/>
          </a:stretch>
        </p:blipFill>
        <p:spPr>
          <a:xfrm>
            <a:off x="7628310" y="4494337"/>
            <a:ext cx="1390650" cy="276225"/>
          </a:xfrm>
          <a:prstGeom prst="rect">
            <a:avLst/>
          </a:prstGeom>
        </p:spPr>
      </p:pic>
      <p:pic>
        <p:nvPicPr>
          <p:cNvPr id="10" name="Picture 9">
            <a:extLst>
              <a:ext uri="{FF2B5EF4-FFF2-40B4-BE49-F238E27FC236}">
                <a16:creationId xmlns:a16="http://schemas.microsoft.com/office/drawing/2014/main" id="{27730306-EB15-47E2-B18F-2958FA80154C}"/>
              </a:ext>
            </a:extLst>
          </p:cNvPr>
          <p:cNvPicPr>
            <a:picLocks noChangeAspect="1"/>
          </p:cNvPicPr>
          <p:nvPr/>
        </p:nvPicPr>
        <p:blipFill>
          <a:blip r:embed="rId4"/>
          <a:stretch>
            <a:fillRect/>
          </a:stretch>
        </p:blipFill>
        <p:spPr>
          <a:xfrm>
            <a:off x="1702138" y="5128281"/>
            <a:ext cx="3800475" cy="895350"/>
          </a:xfrm>
          <a:prstGeom prst="rect">
            <a:avLst/>
          </a:prstGeom>
        </p:spPr>
      </p:pic>
      <p:pic>
        <p:nvPicPr>
          <p:cNvPr id="12" name="Picture 11">
            <a:extLst>
              <a:ext uri="{FF2B5EF4-FFF2-40B4-BE49-F238E27FC236}">
                <a16:creationId xmlns:a16="http://schemas.microsoft.com/office/drawing/2014/main" id="{2440E9B9-D145-47B4-B694-C68B9758F22A}"/>
              </a:ext>
            </a:extLst>
          </p:cNvPr>
          <p:cNvPicPr>
            <a:picLocks noChangeAspect="1"/>
          </p:cNvPicPr>
          <p:nvPr/>
        </p:nvPicPr>
        <p:blipFill>
          <a:blip r:embed="rId5"/>
          <a:stretch>
            <a:fillRect/>
          </a:stretch>
        </p:blipFill>
        <p:spPr>
          <a:xfrm>
            <a:off x="6307375" y="5128281"/>
            <a:ext cx="4324350" cy="952500"/>
          </a:xfrm>
          <a:prstGeom prst="rect">
            <a:avLst/>
          </a:prstGeom>
        </p:spPr>
      </p:pic>
      <p:sp>
        <p:nvSpPr>
          <p:cNvPr id="15" name="Title 1">
            <a:extLst>
              <a:ext uri="{FF2B5EF4-FFF2-40B4-BE49-F238E27FC236}">
                <a16:creationId xmlns:a16="http://schemas.microsoft.com/office/drawing/2014/main" id="{E596488E-5A7F-4D15-97CC-4C36327C0A45}"/>
              </a:ext>
            </a:extLst>
          </p:cNvPr>
          <p:cNvSpPr>
            <a:spLocks noGrp="1"/>
          </p:cNvSpPr>
          <p:nvPr>
            <p:ph type="title"/>
          </p:nvPr>
        </p:nvSpPr>
        <p:spPr>
          <a:xfrm>
            <a:off x="4970853" y="834369"/>
            <a:ext cx="2250294" cy="540000"/>
          </a:xfrm>
        </p:spPr>
        <p:txBody>
          <a:bodyPr/>
          <a:lstStyle/>
          <a:p>
            <a:r>
              <a:rPr lang="en-IN" b="1" dirty="0"/>
              <a:t>API Types</a:t>
            </a:r>
          </a:p>
        </p:txBody>
      </p:sp>
    </p:spTree>
    <p:extLst>
      <p:ext uri="{BB962C8B-B14F-4D97-AF65-F5344CB8AC3E}">
        <p14:creationId xmlns:p14="http://schemas.microsoft.com/office/powerpoint/2010/main" val="3180890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C1CE5-F1D9-F91A-18AE-3C4D7BE8DFAE}"/>
              </a:ext>
            </a:extLst>
          </p:cNvPr>
          <p:cNvPicPr>
            <a:picLocks noChangeAspect="1"/>
          </p:cNvPicPr>
          <p:nvPr/>
        </p:nvPicPr>
        <p:blipFill>
          <a:blip r:embed="rId2"/>
          <a:srcRect t="17068"/>
          <a:stretch>
            <a:fillRect/>
          </a:stretch>
        </p:blipFill>
        <p:spPr>
          <a:xfrm>
            <a:off x="565066" y="998375"/>
            <a:ext cx="11490228" cy="4861250"/>
          </a:xfrm>
          <a:prstGeom prst="rect">
            <a:avLst/>
          </a:prstGeom>
        </p:spPr>
      </p:pic>
    </p:spTree>
    <p:extLst>
      <p:ext uri="{BB962C8B-B14F-4D97-AF65-F5344CB8AC3E}">
        <p14:creationId xmlns:p14="http://schemas.microsoft.com/office/powerpoint/2010/main" val="1858038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7D2D-4B67-4675-9D3D-FB44D8EC5252}"/>
              </a:ext>
            </a:extLst>
          </p:cNvPr>
          <p:cNvSpPr>
            <a:spLocks noGrp="1"/>
          </p:cNvSpPr>
          <p:nvPr>
            <p:ph type="title"/>
          </p:nvPr>
        </p:nvSpPr>
        <p:spPr>
          <a:xfrm>
            <a:off x="4847250" y="168525"/>
            <a:ext cx="2497500" cy="540000"/>
          </a:xfrm>
        </p:spPr>
        <p:txBody>
          <a:bodyPr/>
          <a:lstStyle/>
          <a:p>
            <a:r>
              <a:rPr lang="en-US" dirty="0"/>
              <a:t>SOAP vs REST</a:t>
            </a:r>
            <a:endParaRPr lang="en-IN" dirty="0"/>
          </a:p>
        </p:txBody>
      </p:sp>
      <p:sp>
        <p:nvSpPr>
          <p:cNvPr id="4" name="Slide Number Placeholder 3">
            <a:extLst>
              <a:ext uri="{FF2B5EF4-FFF2-40B4-BE49-F238E27FC236}">
                <a16:creationId xmlns:a16="http://schemas.microsoft.com/office/drawing/2014/main" id="{9F185A0D-0998-4424-A8DA-FB261940B8D3}"/>
              </a:ext>
            </a:extLst>
          </p:cNvPr>
          <p:cNvSpPr>
            <a:spLocks noGrp="1"/>
          </p:cNvSpPr>
          <p:nvPr>
            <p:ph type="sldNum" sz="quarter" idx="14"/>
          </p:nvPr>
        </p:nvSpPr>
        <p:spPr/>
        <p:txBody>
          <a:bodyPr/>
          <a:lstStyle/>
          <a:p>
            <a:fld id="{058DB212-BFA2-403F-85EF-DFD3FF6D973A}" type="slidenum">
              <a:rPr lang="en-US" noProof="0" smtClean="0"/>
              <a:pPr/>
              <a:t>13</a:t>
            </a:fld>
            <a:endParaRPr lang="en-US" noProof="0"/>
          </a:p>
        </p:txBody>
      </p:sp>
      <p:graphicFrame>
        <p:nvGraphicFramePr>
          <p:cNvPr id="5" name="Table 4">
            <a:extLst>
              <a:ext uri="{FF2B5EF4-FFF2-40B4-BE49-F238E27FC236}">
                <a16:creationId xmlns:a16="http://schemas.microsoft.com/office/drawing/2014/main" id="{18BA97A4-FD9E-416C-9423-F1E5476C11E5}"/>
              </a:ext>
            </a:extLst>
          </p:cNvPr>
          <p:cNvGraphicFramePr>
            <a:graphicFrameLocks noGrp="1"/>
          </p:cNvGraphicFramePr>
          <p:nvPr>
            <p:extLst>
              <p:ext uri="{D42A27DB-BD31-4B8C-83A1-F6EECF244321}">
                <p14:modId xmlns:p14="http://schemas.microsoft.com/office/powerpoint/2010/main" val="2021786829"/>
              </p:ext>
            </p:extLst>
          </p:nvPr>
        </p:nvGraphicFramePr>
        <p:xfrm>
          <a:off x="1069702" y="655539"/>
          <a:ext cx="10823498" cy="5546921"/>
        </p:xfrm>
        <a:graphic>
          <a:graphicData uri="http://schemas.openxmlformats.org/drawingml/2006/table">
            <a:tbl>
              <a:tblPr firstRow="1" firstCol="1" bandRow="1">
                <a:tableStyleId>{5C22544A-7EE6-4342-B048-85BDC9FD1C3A}</a:tableStyleId>
              </a:tblPr>
              <a:tblGrid>
                <a:gridCol w="5074056">
                  <a:extLst>
                    <a:ext uri="{9D8B030D-6E8A-4147-A177-3AD203B41FA5}">
                      <a16:colId xmlns:a16="http://schemas.microsoft.com/office/drawing/2014/main" val="526235316"/>
                    </a:ext>
                  </a:extLst>
                </a:gridCol>
                <a:gridCol w="5749442">
                  <a:extLst>
                    <a:ext uri="{9D8B030D-6E8A-4147-A177-3AD203B41FA5}">
                      <a16:colId xmlns:a16="http://schemas.microsoft.com/office/drawing/2014/main" val="3379697170"/>
                    </a:ext>
                  </a:extLst>
                </a:gridCol>
              </a:tblGrid>
              <a:tr h="583253">
                <a:tc>
                  <a:txBody>
                    <a:bodyPr/>
                    <a:lstStyle/>
                    <a:p>
                      <a:pPr algn="ctr">
                        <a:lnSpc>
                          <a:spcPts val="1500"/>
                        </a:lnSpc>
                        <a:spcAft>
                          <a:spcPts val="800"/>
                        </a:spcAft>
                      </a:pPr>
                      <a:r>
                        <a:rPr lang="en-US" sz="2800" b="1" u="none" dirty="0">
                          <a:solidFill>
                            <a:srgbClr val="C00000"/>
                          </a:solidFill>
                          <a:effectLst/>
                        </a:rPr>
                        <a:t>SOAP</a:t>
                      </a:r>
                      <a:endParaRPr lang="en-IN" sz="2800" b="1" u="none"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ts val="1500"/>
                        </a:lnSpc>
                        <a:spcAft>
                          <a:spcPts val="800"/>
                        </a:spcAft>
                      </a:pPr>
                      <a:r>
                        <a:rPr lang="en-US" sz="2800" b="1" u="none" dirty="0">
                          <a:solidFill>
                            <a:srgbClr val="C00000"/>
                          </a:solidFill>
                          <a:effectLst/>
                        </a:rPr>
                        <a:t>REST</a:t>
                      </a:r>
                      <a:endParaRPr lang="en-IN" sz="1100" b="1" u="none"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4681799"/>
                  </a:ext>
                </a:extLst>
              </a:tr>
              <a:tr h="4663450">
                <a:tc>
                  <a:txBody>
                    <a:bodyPr/>
                    <a:lstStyle/>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SOAP is a protocol through which two computer communicates by sharing XML </a:t>
                      </a:r>
                    </a:p>
                    <a:p>
                      <a:pPr marL="342900" lvl="0" indent="-342900" algn="l">
                        <a:lnSpc>
                          <a:spcPct val="150000"/>
                        </a:lnSpc>
                        <a:spcAft>
                          <a:spcPts val="800"/>
                        </a:spcAft>
                        <a:buSzPts val="1000"/>
                        <a:buFont typeface="Symbol" panose="05050102010706020507" pitchFamily="18" charset="2"/>
                        <a:buChar char=""/>
                        <a:tabLst>
                          <a:tab pos="457200" algn="l"/>
                        </a:tabLst>
                      </a:pPr>
                      <a:endParaRPr lang="en-US"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SOAP permits only XML</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SOAP based reads cannot be cached</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SOAP is like custom desktop application, closely connected to the server</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SOAP is slower than REST</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It runs on HTTP but envelopes the message</a:t>
                      </a:r>
                      <a:endParaRPr lang="en-IN"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Rest is a service architecture and design for network-based software architectures</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REST supports many different data formats</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REST reads can be cached</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A REST client is more like a browser; it knows how to standardized methods and an application has to fit.</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baseline="-25000"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REST is faster than SOAP</a:t>
                      </a:r>
                    </a:p>
                    <a:p>
                      <a:pPr marL="342900" lvl="0" indent="-342900" algn="l">
                        <a:lnSpc>
                          <a:spcPct val="150000"/>
                        </a:lnSpc>
                        <a:spcAft>
                          <a:spcPts val="800"/>
                        </a:spcAft>
                        <a:buSzPts val="1000"/>
                        <a:buFont typeface="Symbol" panose="05050102010706020507" pitchFamily="18" charset="2"/>
                        <a:buChar char=""/>
                        <a:tabLst>
                          <a:tab pos="457200" algn="l"/>
                        </a:tabLst>
                      </a:pPr>
                      <a:endParaRPr lang="en-IN" sz="800" b="1" dirty="0">
                        <a:solidFill>
                          <a:schemeClr val="tx1"/>
                        </a:solidFill>
                        <a:effectLst/>
                        <a:latin typeface="Arial" panose="020B0604020202020204" pitchFamily="34" charset="0"/>
                        <a:cs typeface="Arial" panose="020B0604020202020204" pitchFamily="34" charset="0"/>
                      </a:endParaRPr>
                    </a:p>
                    <a:p>
                      <a:pPr marL="342900" lvl="0" indent="-342900" algn="l">
                        <a:lnSpc>
                          <a:spcPct val="150000"/>
                        </a:lnSpc>
                        <a:spcAft>
                          <a:spcPts val="800"/>
                        </a:spcAft>
                        <a:buSzPts val="1000"/>
                        <a:buFont typeface="Symbol" panose="05050102010706020507" pitchFamily="18" charset="2"/>
                        <a:buChar char=""/>
                        <a:tabLst>
                          <a:tab pos="457200" algn="l"/>
                        </a:tabLst>
                      </a:pPr>
                      <a:r>
                        <a:rPr lang="en-US" sz="1600" b="1" dirty="0">
                          <a:solidFill>
                            <a:schemeClr val="tx1"/>
                          </a:solidFill>
                          <a:effectLst/>
                          <a:latin typeface="Arial" panose="020B0604020202020204" pitchFamily="34" charset="0"/>
                          <a:cs typeface="Arial" panose="020B0604020202020204" pitchFamily="34" charset="0"/>
                        </a:rPr>
                        <a:t>It uses the HTTP headers to hold meta information</a:t>
                      </a:r>
                      <a:endParaRPr lang="en-IN" sz="1600" b="1"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9201732"/>
                  </a:ext>
                </a:extLst>
              </a:tr>
            </a:tbl>
          </a:graphicData>
        </a:graphic>
      </p:graphicFrame>
    </p:spTree>
    <p:extLst>
      <p:ext uri="{BB962C8B-B14F-4D97-AF65-F5344CB8AC3E}">
        <p14:creationId xmlns:p14="http://schemas.microsoft.com/office/powerpoint/2010/main" val="198346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18C040C-A890-42EB-8D58-5B828DF94610}"/>
              </a:ext>
            </a:extLst>
          </p:cNvPr>
          <p:cNvSpPr>
            <a:spLocks noGrp="1"/>
          </p:cNvSpPr>
          <p:nvPr>
            <p:ph type="sldNum" sz="quarter" idx="14"/>
          </p:nvPr>
        </p:nvSpPr>
        <p:spPr/>
        <p:txBody>
          <a:bodyPr/>
          <a:lstStyle/>
          <a:p>
            <a:fld id="{058DB212-BFA2-403F-85EF-DFD3FF6D973A}" type="slidenum">
              <a:rPr lang="en-US" noProof="0" smtClean="0"/>
              <a:pPr/>
              <a:t>14</a:t>
            </a:fld>
            <a:endParaRPr lang="en-US" noProof="0"/>
          </a:p>
        </p:txBody>
      </p:sp>
      <p:pic>
        <p:nvPicPr>
          <p:cNvPr id="7170" name="Picture 2" descr="JSON vs XML: Which Format To Use For Your API? ⋆ 1337pwn">
            <a:extLst>
              <a:ext uri="{FF2B5EF4-FFF2-40B4-BE49-F238E27FC236}">
                <a16:creationId xmlns:a16="http://schemas.microsoft.com/office/drawing/2014/main" id="{5571E518-5230-45F4-A2C1-0C7D2CD12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988" y="2510202"/>
            <a:ext cx="5211914" cy="372397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6">
            <a:extLst>
              <a:ext uri="{FF2B5EF4-FFF2-40B4-BE49-F238E27FC236}">
                <a16:creationId xmlns:a16="http://schemas.microsoft.com/office/drawing/2014/main" id="{43BE3EC0-6CD4-692E-ACAE-5C70C77E64A0}"/>
              </a:ext>
            </a:extLst>
          </p:cNvPr>
          <p:cNvSpPr>
            <a:spLocks noChangeArrowheads="1"/>
          </p:cNvSpPr>
          <p:nvPr/>
        </p:nvSpPr>
        <p:spPr bwMode="auto">
          <a:xfrm>
            <a:off x="2519265" y="396752"/>
            <a:ext cx="672498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JSON</a:t>
            </a:r>
            <a:r>
              <a:rPr kumimoji="0" lang="en-US" altLang="en-US" sz="1800" b="0" i="0" u="none" strike="noStrike" cap="none" normalizeH="0" baseline="0" dirty="0">
                <a:ln>
                  <a:noFill/>
                </a:ln>
                <a:solidFill>
                  <a:schemeClr val="tx1"/>
                </a:solidFill>
                <a:effectLst/>
                <a:latin typeface="Arial" panose="020B0604020202020204" pitchFamily="34" charset="0"/>
              </a:rPr>
              <a:t> → Lightweight, easy to read, used mostly in modern APIs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XML</a:t>
            </a:r>
            <a:r>
              <a:rPr kumimoji="0" lang="en-US" altLang="en-US" sz="1800" b="0" i="0" u="none" strike="noStrike" cap="none" normalizeH="0" baseline="0" dirty="0">
                <a:ln>
                  <a:noFill/>
                </a:ln>
                <a:solidFill>
                  <a:schemeClr val="tx1"/>
                </a:solidFill>
                <a:effectLst/>
                <a:latin typeface="Arial" panose="020B0604020202020204" pitchFamily="34" charset="0"/>
              </a:rPr>
              <a:t> → Older, more structured, used in protocols like SOAP</a:t>
            </a:r>
          </a:p>
        </p:txBody>
      </p:sp>
      <p:sp>
        <p:nvSpPr>
          <p:cNvPr id="13" name="Rectangle 7">
            <a:extLst>
              <a:ext uri="{FF2B5EF4-FFF2-40B4-BE49-F238E27FC236}">
                <a16:creationId xmlns:a16="http://schemas.microsoft.com/office/drawing/2014/main" id="{3D4F6797-7D76-818A-5D09-148AE38DFDFE}"/>
              </a:ext>
            </a:extLst>
          </p:cNvPr>
          <p:cNvSpPr>
            <a:spLocks noChangeArrowheads="1"/>
          </p:cNvSpPr>
          <p:nvPr/>
        </p:nvSpPr>
        <p:spPr bwMode="auto">
          <a:xfrm>
            <a:off x="3470988" y="289164"/>
            <a:ext cx="430438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JSON</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a:ln>
                  <a:noFill/>
                </a:ln>
                <a:solidFill>
                  <a:schemeClr val="tx1"/>
                </a:solidFill>
                <a:effectLst/>
                <a:latin typeface="Arial" panose="020B0604020202020204" pitchFamily="34" charset="0"/>
              </a:rPr>
              <a:t>JavaScript Object Notation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XML</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1" i="0" u="none" strike="noStrike" cap="none" normalizeH="0" baseline="0" dirty="0" err="1">
                <a:ln>
                  <a:noFill/>
                </a:ln>
                <a:solidFill>
                  <a:schemeClr val="tx1"/>
                </a:solidFill>
                <a:effectLst/>
                <a:latin typeface="Arial" panose="020B0604020202020204" pitchFamily="34" charset="0"/>
              </a:rPr>
              <a:t>eXtensible</a:t>
            </a:r>
            <a:r>
              <a:rPr kumimoji="0" lang="en-US" altLang="en-US" sz="1800" b="1" i="0" u="none" strike="noStrike" cap="none" normalizeH="0" baseline="0" dirty="0">
                <a:ln>
                  <a:noFill/>
                </a:ln>
                <a:solidFill>
                  <a:schemeClr val="tx1"/>
                </a:solidFill>
                <a:effectLst/>
                <a:latin typeface="Arial" panose="020B0604020202020204" pitchFamily="34" charset="0"/>
              </a:rPr>
              <a:t> Markup Language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7349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DA0FE5-06AF-4E27-B103-CE019F488C54}"/>
              </a:ext>
            </a:extLst>
          </p:cNvPr>
          <p:cNvSpPr>
            <a:spLocks noGrp="1"/>
          </p:cNvSpPr>
          <p:nvPr>
            <p:ph type="sldNum" sz="quarter" idx="14"/>
          </p:nvPr>
        </p:nvSpPr>
        <p:spPr/>
        <p:txBody>
          <a:bodyPr/>
          <a:lstStyle/>
          <a:p>
            <a:fld id="{058DB212-BFA2-403F-85EF-DFD3FF6D973A}" type="slidenum">
              <a:rPr lang="en-US" noProof="0" smtClean="0"/>
              <a:pPr/>
              <a:t>15</a:t>
            </a:fld>
            <a:endParaRPr lang="en-US" noProof="0"/>
          </a:p>
        </p:txBody>
      </p:sp>
      <p:pic>
        <p:nvPicPr>
          <p:cNvPr id="9218" name="Picture 2" descr="SOAP vs REST: A Case of Disruptive Innovation">
            <a:extLst>
              <a:ext uri="{FF2B5EF4-FFF2-40B4-BE49-F238E27FC236}">
                <a16:creationId xmlns:a16="http://schemas.microsoft.com/office/drawing/2014/main" id="{DE53E27B-58DC-4B3E-8658-4647453983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383" y="360000"/>
            <a:ext cx="6423631" cy="577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648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7EC21-FC00-4F32-A072-6BBD03113B25}"/>
              </a:ext>
            </a:extLst>
          </p:cNvPr>
          <p:cNvSpPr>
            <a:spLocks noGrp="1"/>
          </p:cNvSpPr>
          <p:nvPr>
            <p:ph type="title"/>
          </p:nvPr>
        </p:nvSpPr>
        <p:spPr>
          <a:xfrm>
            <a:off x="4160234" y="1203342"/>
            <a:ext cx="3307328" cy="540000"/>
          </a:xfrm>
        </p:spPr>
        <p:txBody>
          <a:bodyPr/>
          <a:lstStyle/>
          <a:p>
            <a:r>
              <a:rPr lang="en-IN" u="sng" dirty="0"/>
              <a:t>API Testing Tools</a:t>
            </a:r>
          </a:p>
        </p:txBody>
      </p:sp>
      <p:sp>
        <p:nvSpPr>
          <p:cNvPr id="4" name="Slide Number Placeholder 3">
            <a:extLst>
              <a:ext uri="{FF2B5EF4-FFF2-40B4-BE49-F238E27FC236}">
                <a16:creationId xmlns:a16="http://schemas.microsoft.com/office/drawing/2014/main" id="{255BCC71-303F-4493-B475-6BCB3FF10CFD}"/>
              </a:ext>
            </a:extLst>
          </p:cNvPr>
          <p:cNvSpPr>
            <a:spLocks noGrp="1"/>
          </p:cNvSpPr>
          <p:nvPr>
            <p:ph type="sldNum" sz="quarter" idx="14"/>
          </p:nvPr>
        </p:nvSpPr>
        <p:spPr/>
        <p:txBody>
          <a:bodyPr/>
          <a:lstStyle/>
          <a:p>
            <a:fld id="{058DB212-BFA2-403F-85EF-DFD3FF6D973A}" type="slidenum">
              <a:rPr lang="en-US" noProof="0" smtClean="0"/>
              <a:pPr/>
              <a:t>16</a:t>
            </a:fld>
            <a:endParaRPr lang="en-US" noProof="0"/>
          </a:p>
        </p:txBody>
      </p:sp>
      <p:pic>
        <p:nvPicPr>
          <p:cNvPr id="6" name="Picture 5">
            <a:extLst>
              <a:ext uri="{FF2B5EF4-FFF2-40B4-BE49-F238E27FC236}">
                <a16:creationId xmlns:a16="http://schemas.microsoft.com/office/drawing/2014/main" id="{0584DA01-1A9E-4B36-B55A-62CC302056EE}"/>
              </a:ext>
            </a:extLst>
          </p:cNvPr>
          <p:cNvPicPr>
            <a:picLocks noChangeAspect="1"/>
          </p:cNvPicPr>
          <p:nvPr/>
        </p:nvPicPr>
        <p:blipFill>
          <a:blip r:embed="rId2"/>
          <a:stretch>
            <a:fillRect/>
          </a:stretch>
        </p:blipFill>
        <p:spPr>
          <a:xfrm>
            <a:off x="809625" y="2424112"/>
            <a:ext cx="10572750" cy="2009775"/>
          </a:xfrm>
          <a:prstGeom prst="rect">
            <a:avLst/>
          </a:prstGeom>
        </p:spPr>
      </p:pic>
    </p:spTree>
    <p:extLst>
      <p:ext uri="{BB962C8B-B14F-4D97-AF65-F5344CB8AC3E}">
        <p14:creationId xmlns:p14="http://schemas.microsoft.com/office/powerpoint/2010/main" val="3185837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3996C0-0A7C-4905-8FD4-EC23739737EE}"/>
              </a:ext>
            </a:extLst>
          </p:cNvPr>
          <p:cNvSpPr>
            <a:spLocks noGrp="1"/>
          </p:cNvSpPr>
          <p:nvPr>
            <p:ph type="sldNum" sz="quarter" idx="14"/>
          </p:nvPr>
        </p:nvSpPr>
        <p:spPr>
          <a:gradFill flip="none" rotWithShape="1">
            <a:gsLst>
              <a:gs pos="0">
                <a:schemeClr val="accent2">
                  <a:lumMod val="75000"/>
                  <a:shade val="30000"/>
                  <a:satMod val="115000"/>
                </a:schemeClr>
              </a:gs>
              <a:gs pos="47000">
                <a:schemeClr val="accent2">
                  <a:lumMod val="75000"/>
                  <a:shade val="67500"/>
                  <a:satMod val="115000"/>
                </a:schemeClr>
              </a:gs>
              <a:gs pos="100000">
                <a:schemeClr val="accent1"/>
              </a:gs>
            </a:gsLst>
            <a:lin ang="10800000" scaled="0"/>
            <a:tileRect/>
          </a:gradFill>
        </p:spPr>
        <p:txBody>
          <a:bodyPr/>
          <a:lstStyle/>
          <a:p>
            <a:fld id="{058DB212-BFA2-403F-85EF-DFD3FF6D973A}" type="slidenum">
              <a:rPr lang="en-US" smtClean="0"/>
              <a:pPr/>
              <a:t>17</a:t>
            </a:fld>
            <a:endParaRPr lang="en-US" dirty="0"/>
          </a:p>
        </p:txBody>
      </p:sp>
      <p:pic>
        <p:nvPicPr>
          <p:cNvPr id="6" name="Picture 5">
            <a:extLst>
              <a:ext uri="{FF2B5EF4-FFF2-40B4-BE49-F238E27FC236}">
                <a16:creationId xmlns:a16="http://schemas.microsoft.com/office/drawing/2014/main" id="{BAE4DDAA-A5EF-4E38-8EE7-8F58147E1F17}"/>
              </a:ext>
            </a:extLst>
          </p:cNvPr>
          <p:cNvPicPr>
            <a:picLocks noChangeAspect="1"/>
          </p:cNvPicPr>
          <p:nvPr/>
        </p:nvPicPr>
        <p:blipFill>
          <a:blip r:embed="rId2"/>
          <a:stretch>
            <a:fillRect/>
          </a:stretch>
        </p:blipFill>
        <p:spPr>
          <a:xfrm>
            <a:off x="1900237" y="1581052"/>
            <a:ext cx="8391525" cy="3714750"/>
          </a:xfrm>
          <a:prstGeom prst="rect">
            <a:avLst/>
          </a:prstGeom>
        </p:spPr>
      </p:pic>
    </p:spTree>
    <p:extLst>
      <p:ext uri="{BB962C8B-B14F-4D97-AF65-F5344CB8AC3E}">
        <p14:creationId xmlns:p14="http://schemas.microsoft.com/office/powerpoint/2010/main" val="848277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33D0-A2F5-49D6-833F-C677390546EB}"/>
              </a:ext>
            </a:extLst>
          </p:cNvPr>
          <p:cNvSpPr>
            <a:spLocks noGrp="1"/>
          </p:cNvSpPr>
          <p:nvPr>
            <p:ph type="title"/>
          </p:nvPr>
        </p:nvSpPr>
        <p:spPr>
          <a:xfrm>
            <a:off x="4576893" y="1363176"/>
            <a:ext cx="2409833" cy="540000"/>
          </a:xfrm>
        </p:spPr>
        <p:txBody>
          <a:bodyPr/>
          <a:lstStyle/>
          <a:p>
            <a:r>
              <a:rPr lang="en-US" dirty="0"/>
              <a:t>URL Structure</a:t>
            </a:r>
          </a:p>
        </p:txBody>
      </p:sp>
      <p:sp>
        <p:nvSpPr>
          <p:cNvPr id="4" name="Slide Number Placeholder 3">
            <a:extLst>
              <a:ext uri="{FF2B5EF4-FFF2-40B4-BE49-F238E27FC236}">
                <a16:creationId xmlns:a16="http://schemas.microsoft.com/office/drawing/2014/main" id="{903996C0-0A7C-4905-8FD4-EC23739737EE}"/>
              </a:ext>
            </a:extLst>
          </p:cNvPr>
          <p:cNvSpPr>
            <a:spLocks noGrp="1"/>
          </p:cNvSpPr>
          <p:nvPr>
            <p:ph type="sldNum" sz="quarter" idx="14"/>
          </p:nvPr>
        </p:nvSpPr>
        <p:spPr>
          <a:gradFill flip="none" rotWithShape="1">
            <a:gsLst>
              <a:gs pos="0">
                <a:schemeClr val="accent2">
                  <a:lumMod val="75000"/>
                  <a:shade val="30000"/>
                  <a:satMod val="115000"/>
                </a:schemeClr>
              </a:gs>
              <a:gs pos="47000">
                <a:schemeClr val="accent2">
                  <a:lumMod val="75000"/>
                  <a:shade val="67500"/>
                  <a:satMod val="115000"/>
                </a:schemeClr>
              </a:gs>
              <a:gs pos="100000">
                <a:schemeClr val="accent1"/>
              </a:gs>
            </a:gsLst>
            <a:lin ang="10800000" scaled="0"/>
            <a:tileRect/>
          </a:gradFill>
        </p:spPr>
        <p:txBody>
          <a:bodyPr/>
          <a:lstStyle/>
          <a:p>
            <a:fld id="{058DB212-BFA2-403F-85EF-DFD3FF6D973A}" type="slidenum">
              <a:rPr lang="en-US" smtClean="0"/>
              <a:pPr/>
              <a:t>18</a:t>
            </a:fld>
            <a:endParaRPr lang="en-US" dirty="0"/>
          </a:p>
        </p:txBody>
      </p:sp>
      <p:pic>
        <p:nvPicPr>
          <p:cNvPr id="1026" name="Picture 2">
            <a:extLst>
              <a:ext uri="{FF2B5EF4-FFF2-40B4-BE49-F238E27FC236}">
                <a16:creationId xmlns:a16="http://schemas.microsoft.com/office/drawing/2014/main" id="{305DB19A-950F-41E4-BCCE-00151017F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6155" y="2215533"/>
            <a:ext cx="9259905" cy="2426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617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C80B-50E6-4463-8227-EE1DECD93934}"/>
              </a:ext>
            </a:extLst>
          </p:cNvPr>
          <p:cNvSpPr>
            <a:spLocks noGrp="1"/>
          </p:cNvSpPr>
          <p:nvPr>
            <p:ph type="title"/>
          </p:nvPr>
        </p:nvSpPr>
        <p:spPr>
          <a:xfrm>
            <a:off x="4284300" y="343400"/>
            <a:ext cx="2802300" cy="540000"/>
          </a:xfrm>
        </p:spPr>
        <p:txBody>
          <a:bodyPr/>
          <a:lstStyle/>
          <a:p>
            <a:r>
              <a:rPr lang="en-US" u="sng" dirty="0"/>
              <a:t>URL, URN, URI</a:t>
            </a:r>
            <a:endParaRPr lang="en-IN" u="sng" dirty="0"/>
          </a:p>
        </p:txBody>
      </p:sp>
      <p:sp>
        <p:nvSpPr>
          <p:cNvPr id="4" name="Slide Number Placeholder 3">
            <a:extLst>
              <a:ext uri="{FF2B5EF4-FFF2-40B4-BE49-F238E27FC236}">
                <a16:creationId xmlns:a16="http://schemas.microsoft.com/office/drawing/2014/main" id="{3512EFB8-223C-4845-8C8C-649FEF26D800}"/>
              </a:ext>
            </a:extLst>
          </p:cNvPr>
          <p:cNvSpPr>
            <a:spLocks noGrp="1"/>
          </p:cNvSpPr>
          <p:nvPr>
            <p:ph type="sldNum" sz="quarter" idx="14"/>
          </p:nvPr>
        </p:nvSpPr>
        <p:spPr/>
        <p:txBody>
          <a:bodyPr/>
          <a:lstStyle/>
          <a:p>
            <a:fld id="{058DB212-BFA2-403F-85EF-DFD3FF6D973A}" type="slidenum">
              <a:rPr lang="en-US" noProof="0" smtClean="0"/>
              <a:pPr/>
              <a:t>19</a:t>
            </a:fld>
            <a:endParaRPr lang="en-US" noProof="0"/>
          </a:p>
        </p:txBody>
      </p:sp>
      <p:pic>
        <p:nvPicPr>
          <p:cNvPr id="11" name="Picture 10">
            <a:extLst>
              <a:ext uri="{FF2B5EF4-FFF2-40B4-BE49-F238E27FC236}">
                <a16:creationId xmlns:a16="http://schemas.microsoft.com/office/drawing/2014/main" id="{1F92FD2C-9ADF-43DD-99E7-AAB9FF420362}"/>
              </a:ext>
            </a:extLst>
          </p:cNvPr>
          <p:cNvPicPr>
            <a:picLocks noChangeAspect="1"/>
          </p:cNvPicPr>
          <p:nvPr/>
        </p:nvPicPr>
        <p:blipFill>
          <a:blip r:embed="rId2"/>
          <a:stretch>
            <a:fillRect/>
          </a:stretch>
        </p:blipFill>
        <p:spPr>
          <a:xfrm>
            <a:off x="180975" y="1375613"/>
            <a:ext cx="11830050" cy="4697128"/>
          </a:xfrm>
          <a:prstGeom prst="rect">
            <a:avLst/>
          </a:prstGeom>
        </p:spPr>
      </p:pic>
    </p:spTree>
    <p:extLst>
      <p:ext uri="{BB962C8B-B14F-4D97-AF65-F5344CB8AC3E}">
        <p14:creationId xmlns:p14="http://schemas.microsoft.com/office/powerpoint/2010/main" val="31242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CFFB-EB2D-46CF-8C8A-051CDCAF9E86}"/>
              </a:ext>
            </a:extLst>
          </p:cNvPr>
          <p:cNvSpPr>
            <a:spLocks noGrp="1"/>
          </p:cNvSpPr>
          <p:nvPr>
            <p:ph type="title"/>
          </p:nvPr>
        </p:nvSpPr>
        <p:spPr>
          <a:xfrm>
            <a:off x="4172732" y="457654"/>
            <a:ext cx="3617196" cy="540000"/>
          </a:xfrm>
        </p:spPr>
        <p:txBody>
          <a:bodyPr/>
          <a:lstStyle/>
          <a:p>
            <a:pPr algn="ctr"/>
            <a:r>
              <a:rPr lang="en-IN" dirty="0"/>
              <a:t>Variables</a:t>
            </a:r>
          </a:p>
        </p:txBody>
      </p:sp>
      <p:sp>
        <p:nvSpPr>
          <p:cNvPr id="4" name="Slide Number Placeholder 3">
            <a:extLst>
              <a:ext uri="{FF2B5EF4-FFF2-40B4-BE49-F238E27FC236}">
                <a16:creationId xmlns:a16="http://schemas.microsoft.com/office/drawing/2014/main" id="{B129DA32-C864-4DEA-AB19-D24248D12537}"/>
              </a:ext>
            </a:extLst>
          </p:cNvPr>
          <p:cNvSpPr>
            <a:spLocks noGrp="1"/>
          </p:cNvSpPr>
          <p:nvPr>
            <p:ph type="sldNum" sz="quarter" idx="14"/>
          </p:nvPr>
        </p:nvSpPr>
        <p:spPr/>
        <p:txBody>
          <a:bodyPr/>
          <a:lstStyle/>
          <a:p>
            <a:fld id="{058DB212-BFA2-403F-85EF-DFD3FF6D973A}" type="slidenum">
              <a:rPr lang="en-US" noProof="0" smtClean="0"/>
              <a:pPr/>
              <a:t>20</a:t>
            </a:fld>
            <a:endParaRPr lang="en-US" noProof="0"/>
          </a:p>
        </p:txBody>
      </p:sp>
      <p:pic>
        <p:nvPicPr>
          <p:cNvPr id="2050" name="Picture 2" descr="Testing an API With Postman – Adexin">
            <a:extLst>
              <a:ext uri="{FF2B5EF4-FFF2-40B4-BE49-F238E27FC236}">
                <a16:creationId xmlns:a16="http://schemas.microsoft.com/office/drawing/2014/main" id="{08A7803C-0F7E-445F-8CA9-9916700B3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2039" y="2095346"/>
            <a:ext cx="4638582" cy="3563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850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3173"/>
          </a:xfrm>
        </p:spPr>
        <p:txBody>
          <a:bodyPr/>
          <a:lstStyle/>
          <a:p>
            <a:r>
              <a:rPr lang="en-IN" dirty="0">
                <a:solidFill>
                  <a:schemeClr val="accent4">
                    <a:lumMod val="75000"/>
                  </a:schemeClr>
                </a:solidFill>
              </a:rPr>
              <a:t>REST API</a:t>
            </a:r>
          </a:p>
        </p:txBody>
      </p:sp>
      <p:sp>
        <p:nvSpPr>
          <p:cNvPr id="3" name="Content Placeholder 2"/>
          <p:cNvSpPr>
            <a:spLocks noGrp="1"/>
          </p:cNvSpPr>
          <p:nvPr>
            <p:ph idx="1"/>
          </p:nvPr>
        </p:nvSpPr>
        <p:spPr>
          <a:xfrm>
            <a:off x="2424792" y="1322773"/>
            <a:ext cx="7314011" cy="4718589"/>
          </a:xfrm>
        </p:spPr>
        <p:txBody>
          <a:bodyPr/>
          <a:lstStyle/>
          <a:p>
            <a:r>
              <a:rPr lang="en-IN" dirty="0"/>
              <a:t>Application Programming Interface</a:t>
            </a:r>
          </a:p>
          <a:p>
            <a:pPr marL="0" indent="0">
              <a:buNone/>
            </a:pPr>
            <a:r>
              <a:rPr lang="en-IN" dirty="0"/>
              <a:t>		It allows software applications to communicate with each 		other via API Calls</a:t>
            </a:r>
          </a:p>
          <a:p>
            <a:pPr marL="0" indent="0">
              <a:buNone/>
            </a:pPr>
            <a:endParaRPr lang="en-IN" dirty="0"/>
          </a:p>
          <a:p>
            <a:r>
              <a:rPr lang="en-IN" dirty="0"/>
              <a:t>REST – Representational State Transfer</a:t>
            </a:r>
          </a:p>
          <a:p>
            <a:pPr marL="0" indent="0">
              <a:buNone/>
            </a:pPr>
            <a:r>
              <a:rPr lang="en-IN" dirty="0"/>
              <a:t>				Ex: Google search, Weather Report.</a:t>
            </a:r>
          </a:p>
          <a:p>
            <a:pPr marL="0" indent="0">
              <a:buNone/>
            </a:pPr>
            <a:r>
              <a:rPr lang="en-IN" sz="2400" b="1" dirty="0"/>
              <a:t>4 Methods</a:t>
            </a:r>
          </a:p>
          <a:p>
            <a:r>
              <a:rPr lang="en-IN" dirty="0"/>
              <a:t>GET – Extract  data</a:t>
            </a:r>
          </a:p>
          <a:p>
            <a:r>
              <a:rPr lang="en-IN" dirty="0"/>
              <a:t>POST – Create new</a:t>
            </a:r>
          </a:p>
          <a:p>
            <a:r>
              <a:rPr lang="en-IN" dirty="0"/>
              <a:t>PUT - Update existing one</a:t>
            </a:r>
          </a:p>
          <a:p>
            <a:r>
              <a:rPr lang="en-IN" dirty="0"/>
              <a:t>DELETE – Removes all current representations</a:t>
            </a:r>
          </a:p>
          <a:p>
            <a:endParaRPr lang="en-IN" dirty="0"/>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9B27B-FD22-46EE-B557-4A311E417266}"/>
              </a:ext>
            </a:extLst>
          </p:cNvPr>
          <p:cNvSpPr>
            <a:spLocks noGrp="1"/>
          </p:cNvSpPr>
          <p:nvPr>
            <p:ph type="title"/>
          </p:nvPr>
        </p:nvSpPr>
        <p:spPr>
          <a:xfrm>
            <a:off x="121200" y="795310"/>
            <a:ext cx="11473200" cy="540000"/>
          </a:xfrm>
        </p:spPr>
        <p:txBody>
          <a:bodyPr/>
          <a:lstStyle/>
          <a:p>
            <a:r>
              <a:rPr lang="en-IN" dirty="0"/>
              <a:t>Interview Questions</a:t>
            </a:r>
            <a:br>
              <a:rPr lang="en-IN" dirty="0"/>
            </a:br>
            <a:endParaRPr lang="en-IN" dirty="0"/>
          </a:p>
        </p:txBody>
      </p:sp>
      <p:sp>
        <p:nvSpPr>
          <p:cNvPr id="3" name="Text Placeholder 2">
            <a:extLst>
              <a:ext uri="{FF2B5EF4-FFF2-40B4-BE49-F238E27FC236}">
                <a16:creationId xmlns:a16="http://schemas.microsoft.com/office/drawing/2014/main" id="{B506DEA5-D0CB-4633-BBC9-FB7EBA3151C1}"/>
              </a:ext>
            </a:extLst>
          </p:cNvPr>
          <p:cNvSpPr>
            <a:spLocks noGrp="1"/>
          </p:cNvSpPr>
          <p:nvPr>
            <p:ph type="body" sz="quarter" idx="12"/>
          </p:nvPr>
        </p:nvSpPr>
        <p:spPr>
          <a:xfrm>
            <a:off x="720725" y="1425529"/>
            <a:ext cx="11471275" cy="360362"/>
          </a:xfrm>
        </p:spPr>
        <p:txBody>
          <a:bodyPr/>
          <a:lstStyle/>
          <a:p>
            <a:r>
              <a:rPr lang="en-IN" dirty="0"/>
              <a:t>Part-1</a:t>
            </a:r>
          </a:p>
        </p:txBody>
      </p:sp>
      <p:sp>
        <p:nvSpPr>
          <p:cNvPr id="4" name="Slide Number Placeholder 3">
            <a:extLst>
              <a:ext uri="{FF2B5EF4-FFF2-40B4-BE49-F238E27FC236}">
                <a16:creationId xmlns:a16="http://schemas.microsoft.com/office/drawing/2014/main" id="{629EF73B-5C0F-4EE4-B60C-693A03506045}"/>
              </a:ext>
            </a:extLst>
          </p:cNvPr>
          <p:cNvSpPr>
            <a:spLocks noGrp="1"/>
          </p:cNvSpPr>
          <p:nvPr>
            <p:ph type="sldNum" sz="quarter" idx="14"/>
          </p:nvPr>
        </p:nvSpPr>
        <p:spPr/>
        <p:txBody>
          <a:bodyPr/>
          <a:lstStyle/>
          <a:p>
            <a:fld id="{058DB212-BFA2-403F-85EF-DFD3FF6D973A}" type="slidenum">
              <a:rPr lang="en-US" noProof="0" smtClean="0"/>
              <a:pPr/>
              <a:t>22</a:t>
            </a:fld>
            <a:endParaRPr lang="en-US" noProof="0"/>
          </a:p>
        </p:txBody>
      </p:sp>
      <p:sp>
        <p:nvSpPr>
          <p:cNvPr id="6" name="TextBox 5">
            <a:extLst>
              <a:ext uri="{FF2B5EF4-FFF2-40B4-BE49-F238E27FC236}">
                <a16:creationId xmlns:a16="http://schemas.microsoft.com/office/drawing/2014/main" id="{6EAC937B-E1C2-4D44-9A17-3CA8E944259B}"/>
              </a:ext>
            </a:extLst>
          </p:cNvPr>
          <p:cNvSpPr txBox="1"/>
          <p:nvPr/>
        </p:nvSpPr>
        <p:spPr>
          <a:xfrm>
            <a:off x="3275860" y="1657706"/>
            <a:ext cx="6640498" cy="4247317"/>
          </a:xfrm>
          <a:prstGeom prst="rect">
            <a:avLst/>
          </a:prstGeom>
          <a:noFill/>
        </p:spPr>
        <p:txBody>
          <a:bodyPr wrap="square">
            <a:spAutoFit/>
          </a:bodyPr>
          <a:lstStyle/>
          <a:p>
            <a:pPr marL="0" indent="0" algn="l">
              <a:lnSpc>
                <a:spcPct val="150000"/>
              </a:lnSpc>
              <a:buNone/>
            </a:pPr>
            <a:r>
              <a:rPr lang="en-IN" sz="1800" dirty="0">
                <a:latin typeface="Arial" panose="020B0604020202020204" pitchFamily="34" charset="0"/>
                <a:cs typeface="Arial" panose="020B0604020202020204" pitchFamily="34" charset="0"/>
              </a:rPr>
              <a:t>1. API Documentation - </a:t>
            </a:r>
            <a:r>
              <a:rPr lang="en-IN" sz="1800" dirty="0" err="1">
                <a:latin typeface="Arial" panose="020B0604020202020204" pitchFamily="34" charset="0"/>
                <a:cs typeface="Arial" panose="020B0604020202020204" pitchFamily="34" charset="0"/>
              </a:rPr>
              <a:t>SwaggerUI</a:t>
            </a:r>
            <a:endParaRPr lang="en-IN" sz="1800" dirty="0">
              <a:latin typeface="Arial" panose="020B0604020202020204" pitchFamily="34" charset="0"/>
              <a:cs typeface="Arial" panose="020B0604020202020204" pitchFamily="34" charset="0"/>
            </a:endParaRPr>
          </a:p>
          <a:p>
            <a:pPr marL="0" indent="0" algn="l">
              <a:lnSpc>
                <a:spcPct val="150000"/>
              </a:lnSpc>
              <a:buNone/>
            </a:pPr>
            <a:r>
              <a:rPr lang="en-US" sz="1800" dirty="0">
                <a:latin typeface="Arial" panose="020B0604020202020204" pitchFamily="34" charset="0"/>
                <a:cs typeface="Arial" panose="020B0604020202020204" pitchFamily="34" charset="0"/>
              </a:rPr>
              <a:t>2. How to integrate excel with rest assured</a:t>
            </a:r>
            <a:endParaRPr lang="en-IN" sz="1800" dirty="0">
              <a:latin typeface="Arial" panose="020B0604020202020204" pitchFamily="34" charset="0"/>
              <a:cs typeface="Arial" panose="020B0604020202020204" pitchFamily="34" charset="0"/>
            </a:endParaRPr>
          </a:p>
          <a:p>
            <a:pPr marL="0" indent="0" algn="l">
              <a:lnSpc>
                <a:spcPct val="150000"/>
              </a:lnSpc>
              <a:buNone/>
            </a:pPr>
            <a:r>
              <a:rPr lang="en-US" sz="1800" dirty="0">
                <a:latin typeface="Arial" panose="020B0604020202020204" pitchFamily="34" charset="0"/>
                <a:cs typeface="Arial" panose="020B0604020202020204" pitchFamily="34" charset="0"/>
              </a:rPr>
              <a:t>3. What is the </a:t>
            </a:r>
            <a:r>
              <a:rPr lang="en-US" sz="1800" dirty="0" err="1">
                <a:latin typeface="Arial" panose="020B0604020202020204" pitchFamily="34" charset="0"/>
                <a:cs typeface="Arial" panose="020B0604020202020204" pitchFamily="34" charset="0"/>
              </a:rPr>
              <a:t>protocal</a:t>
            </a:r>
            <a:r>
              <a:rPr lang="en-US" sz="1800" dirty="0">
                <a:latin typeface="Arial" panose="020B0604020202020204" pitchFamily="34" charset="0"/>
                <a:cs typeface="Arial" panose="020B0604020202020204" pitchFamily="34" charset="0"/>
              </a:rPr>
              <a:t> used in your api testing?</a:t>
            </a:r>
          </a:p>
          <a:p>
            <a:pPr marL="0" indent="0" algn="l">
              <a:lnSpc>
                <a:spcPct val="150000"/>
              </a:lnSpc>
              <a:buNone/>
            </a:pPr>
            <a:r>
              <a:rPr lang="en-US" sz="1800" dirty="0">
                <a:latin typeface="Arial" panose="020B0604020202020204" pitchFamily="34" charset="0"/>
                <a:cs typeface="Arial" panose="020B0604020202020204" pitchFamily="34" charset="0"/>
              </a:rPr>
              <a:t>4. What are the </a:t>
            </a:r>
            <a:r>
              <a:rPr lang="en-US" sz="1800" dirty="0" err="1">
                <a:latin typeface="Arial" panose="020B0604020202020204" pitchFamily="34" charset="0"/>
                <a:cs typeface="Arial" panose="020B0604020202020204" pitchFamily="34" charset="0"/>
              </a:rPr>
              <a:t>protocal</a:t>
            </a:r>
            <a:r>
              <a:rPr lang="en-US" sz="1800" dirty="0">
                <a:latin typeface="Arial" panose="020B0604020202020204" pitchFamily="34" charset="0"/>
                <a:cs typeface="Arial" panose="020B0604020202020204" pitchFamily="34" charset="0"/>
              </a:rPr>
              <a:t> methods?</a:t>
            </a:r>
          </a:p>
          <a:p>
            <a:pPr marL="0" indent="0" algn="l">
              <a:lnSpc>
                <a:spcPct val="150000"/>
              </a:lnSpc>
              <a:buNone/>
            </a:pPr>
            <a:r>
              <a:rPr lang="en-US" sz="1800" dirty="0">
                <a:latin typeface="Arial" panose="020B0604020202020204" pitchFamily="34" charset="0"/>
                <a:cs typeface="Arial" panose="020B0604020202020204" pitchFamily="34" charset="0"/>
              </a:rPr>
              <a:t>5. How will you do the data validation? </a:t>
            </a:r>
          </a:p>
          <a:p>
            <a:pPr marL="0" indent="0" algn="l">
              <a:lnSpc>
                <a:spcPct val="150000"/>
              </a:lnSpc>
              <a:buNone/>
            </a:pPr>
            <a:r>
              <a:rPr lang="en-US" sz="1800" dirty="0">
                <a:latin typeface="Arial" panose="020B0604020202020204" pitchFamily="34" charset="0"/>
                <a:cs typeface="Arial" panose="020B0604020202020204" pitchFamily="34" charset="0"/>
              </a:rPr>
              <a:t>6. Diff JSON Object and JSON Array</a:t>
            </a:r>
          </a:p>
          <a:p>
            <a:pPr marL="0" indent="0" algn="l">
              <a:lnSpc>
                <a:spcPct val="150000"/>
              </a:lnSpc>
              <a:buNone/>
            </a:pPr>
            <a:r>
              <a:rPr lang="en-US" sz="1800" dirty="0">
                <a:latin typeface="Arial" panose="020B0604020202020204" pitchFamily="34" charset="0"/>
                <a:cs typeface="Arial" panose="020B0604020202020204" pitchFamily="34" charset="0"/>
              </a:rPr>
              <a:t>7. What is </a:t>
            </a:r>
            <a:r>
              <a:rPr lang="en-US" sz="1800" dirty="0" err="1">
                <a:latin typeface="Arial" panose="020B0604020202020204" pitchFamily="34" charset="0"/>
                <a:cs typeface="Arial" panose="020B0604020202020204" pitchFamily="34" charset="0"/>
              </a:rPr>
              <a:t>JsonPath</a:t>
            </a:r>
            <a:r>
              <a:rPr lang="en-US" sz="1800" dirty="0">
                <a:latin typeface="Arial" panose="020B0604020202020204" pitchFamily="34" charset="0"/>
                <a:cs typeface="Arial" panose="020B0604020202020204" pitchFamily="34" charset="0"/>
              </a:rPr>
              <a:t>? its uses.</a:t>
            </a:r>
            <a:endParaRPr lang="en-IN" sz="1800" dirty="0">
              <a:latin typeface="Arial" panose="020B0604020202020204" pitchFamily="34" charset="0"/>
              <a:cs typeface="Arial" panose="020B0604020202020204" pitchFamily="34" charset="0"/>
            </a:endParaRPr>
          </a:p>
          <a:p>
            <a:pPr marL="0" indent="0" algn="l">
              <a:lnSpc>
                <a:spcPct val="150000"/>
              </a:lnSpc>
              <a:buNone/>
            </a:pPr>
            <a:r>
              <a:rPr lang="en-US" sz="1800" dirty="0">
                <a:latin typeface="Arial" panose="020B0604020202020204" pitchFamily="34" charset="0"/>
                <a:cs typeface="Arial" panose="020B0604020202020204" pitchFamily="34" charset="0"/>
              </a:rPr>
              <a:t>8. How will you pass the request?</a:t>
            </a:r>
          </a:p>
          <a:p>
            <a:pPr marL="0" indent="0" algn="l">
              <a:buNone/>
            </a:pPr>
            <a:r>
              <a:rPr lang="en-IN" sz="1800" dirty="0">
                <a:latin typeface="Arial" panose="020B0604020202020204" pitchFamily="34" charset="0"/>
                <a:cs typeface="Arial" panose="020B0604020202020204" pitchFamily="34" charset="0"/>
              </a:rPr>
              <a:t>	Ans:- </a:t>
            </a:r>
            <a:r>
              <a:rPr lang="en-IN" sz="1800" dirty="0" err="1">
                <a:latin typeface="Arial" panose="020B0604020202020204" pitchFamily="34" charset="0"/>
                <a:cs typeface="Arial" panose="020B0604020202020204" pitchFamily="34" charset="0"/>
              </a:rPr>
              <a:t>PayLoad</a:t>
            </a:r>
            <a:r>
              <a:rPr lang="en-IN" sz="1800" dirty="0">
                <a:latin typeface="Arial" panose="020B0604020202020204" pitchFamily="34" charset="0"/>
                <a:cs typeface="Arial" panose="020B0604020202020204" pitchFamily="34" charset="0"/>
              </a:rPr>
              <a:t> (JSON File)  </a:t>
            </a:r>
          </a:p>
          <a:p>
            <a:pPr marL="0" indent="0" algn="l">
              <a:buNone/>
            </a:pPr>
            <a:r>
              <a:rPr lang="en-US" sz="1800" dirty="0">
                <a:latin typeface="Arial" panose="020B0604020202020204" pitchFamily="34" charset="0"/>
                <a:cs typeface="Arial" panose="020B0604020202020204" pitchFamily="34" charset="0"/>
              </a:rPr>
              <a:t>  	  - Can create using POJO class</a:t>
            </a:r>
            <a:endParaRPr lang="en-IN" sz="1800"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34A035C8-B199-4733-A1B6-5400570CD63C}"/>
              </a:ext>
            </a:extLst>
          </p:cNvPr>
          <p:cNvSpPr txBox="1">
            <a:spLocks/>
          </p:cNvSpPr>
          <p:nvPr/>
        </p:nvSpPr>
        <p:spPr>
          <a:xfrm>
            <a:off x="121200" y="104407"/>
            <a:ext cx="11473200" cy="54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r>
              <a:rPr lang="en-IN" sz="4000" dirty="0">
                <a:solidFill>
                  <a:srgbClr val="C00000"/>
                </a:solidFill>
              </a:rPr>
              <a:t>Postman</a:t>
            </a:r>
            <a:endParaRPr lang="en-IN" dirty="0">
              <a:solidFill>
                <a:srgbClr val="C00000"/>
              </a:solidFill>
            </a:endParaRPr>
          </a:p>
        </p:txBody>
      </p:sp>
    </p:spTree>
    <p:extLst>
      <p:ext uri="{BB962C8B-B14F-4D97-AF65-F5344CB8AC3E}">
        <p14:creationId xmlns:p14="http://schemas.microsoft.com/office/powerpoint/2010/main" val="5420021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C8384-AA6B-4609-9824-1C5D2EAA95CE}"/>
              </a:ext>
            </a:extLst>
          </p:cNvPr>
          <p:cNvSpPr>
            <a:spLocks noGrp="1"/>
          </p:cNvSpPr>
          <p:nvPr>
            <p:ph type="title"/>
          </p:nvPr>
        </p:nvSpPr>
        <p:spPr/>
        <p:txBody>
          <a:bodyPr/>
          <a:lstStyle/>
          <a:p>
            <a:r>
              <a:rPr lang="en-IN" dirty="0"/>
              <a:t>Interview Questions</a:t>
            </a:r>
          </a:p>
        </p:txBody>
      </p:sp>
      <p:sp>
        <p:nvSpPr>
          <p:cNvPr id="4" name="Slide Number Placeholder 3">
            <a:extLst>
              <a:ext uri="{FF2B5EF4-FFF2-40B4-BE49-F238E27FC236}">
                <a16:creationId xmlns:a16="http://schemas.microsoft.com/office/drawing/2014/main" id="{5D503BB6-FF78-451E-A048-9D1B979F9017}"/>
              </a:ext>
            </a:extLst>
          </p:cNvPr>
          <p:cNvSpPr>
            <a:spLocks noGrp="1"/>
          </p:cNvSpPr>
          <p:nvPr>
            <p:ph type="sldNum" sz="quarter" idx="14"/>
          </p:nvPr>
        </p:nvSpPr>
        <p:spPr/>
        <p:txBody>
          <a:bodyPr/>
          <a:lstStyle/>
          <a:p>
            <a:fld id="{058DB212-BFA2-403F-85EF-DFD3FF6D973A}" type="slidenum">
              <a:rPr lang="en-US" noProof="0" smtClean="0"/>
              <a:pPr/>
              <a:t>23</a:t>
            </a:fld>
            <a:endParaRPr lang="en-US" noProof="0"/>
          </a:p>
        </p:txBody>
      </p:sp>
      <p:sp>
        <p:nvSpPr>
          <p:cNvPr id="6" name="TextBox 5">
            <a:extLst>
              <a:ext uri="{FF2B5EF4-FFF2-40B4-BE49-F238E27FC236}">
                <a16:creationId xmlns:a16="http://schemas.microsoft.com/office/drawing/2014/main" id="{76B46FBD-905C-43D6-909A-D7E0EEF370A3}"/>
              </a:ext>
            </a:extLst>
          </p:cNvPr>
          <p:cNvSpPr txBox="1"/>
          <p:nvPr/>
        </p:nvSpPr>
        <p:spPr>
          <a:xfrm>
            <a:off x="2789807" y="1620362"/>
            <a:ext cx="6112276" cy="4385816"/>
          </a:xfrm>
          <a:prstGeom prst="rect">
            <a:avLst/>
          </a:prstGeom>
          <a:noFill/>
        </p:spPr>
        <p:txBody>
          <a:bodyPr wrap="square">
            <a:spAutoFit/>
          </a:bodyPr>
          <a:lstStyle/>
          <a:p>
            <a:pPr marL="0" indent="0" algn="l">
              <a:lnSpc>
                <a:spcPct val="150000"/>
              </a:lnSpc>
              <a:buNone/>
            </a:pPr>
            <a:r>
              <a:rPr lang="en-IN" sz="1800" dirty="0">
                <a:latin typeface="Arial" panose="020B0604020202020204" pitchFamily="34" charset="0"/>
                <a:cs typeface="Arial" panose="020B0604020202020204" pitchFamily="34" charset="0"/>
              </a:rPr>
              <a:t>9. What is Serialization?</a:t>
            </a:r>
          </a:p>
          <a:p>
            <a:pPr marL="0" indent="0" algn="l">
              <a:buNone/>
            </a:pPr>
            <a:r>
              <a:rPr lang="fr-FR" sz="1800" dirty="0">
                <a:latin typeface="Arial" panose="020B0604020202020204" pitchFamily="34" charset="0"/>
                <a:cs typeface="Arial" panose="020B0604020202020204" pitchFamily="34" charset="0"/>
              </a:rPr>
              <a:t>	Ans: Java Object --&gt; JSON </a:t>
            </a:r>
            <a:r>
              <a:rPr lang="fr-FR" sz="1800" dirty="0" err="1">
                <a:latin typeface="Arial" panose="020B0604020202020204" pitchFamily="34" charset="0"/>
                <a:cs typeface="Arial" panose="020B0604020202020204" pitchFamily="34" charset="0"/>
              </a:rPr>
              <a:t>OBject</a:t>
            </a:r>
            <a:endParaRPr lang="fr-FR" sz="1800" dirty="0">
              <a:latin typeface="Arial" panose="020B0604020202020204" pitchFamily="34" charset="0"/>
              <a:cs typeface="Arial" panose="020B0604020202020204" pitchFamily="34" charset="0"/>
            </a:endParaRPr>
          </a:p>
          <a:p>
            <a:pPr marL="0" indent="0" algn="l">
              <a:buNone/>
            </a:pPr>
            <a:r>
              <a:rPr lang="en-IN" sz="1800" dirty="0">
                <a:latin typeface="Arial" panose="020B0604020202020204" pitchFamily="34" charset="0"/>
                <a:cs typeface="Arial" panose="020B0604020202020204" pitchFamily="34" charset="0"/>
              </a:rPr>
              <a:t>	</a:t>
            </a:r>
            <a:r>
              <a:rPr lang="en-IN" sz="1800" dirty="0" err="1">
                <a:latin typeface="Arial" panose="020B0604020202020204" pitchFamily="34" charset="0"/>
                <a:cs typeface="Arial" panose="020B0604020202020204" pitchFamily="34" charset="0"/>
              </a:rPr>
              <a:t>i.e</a:t>
            </a:r>
            <a:r>
              <a:rPr lang="en-IN" sz="1800" dirty="0">
                <a:latin typeface="Arial" panose="020B0604020202020204" pitchFamily="34" charset="0"/>
                <a:cs typeface="Arial" panose="020B0604020202020204" pitchFamily="34" charset="0"/>
              </a:rPr>
              <a:t>: Creating </a:t>
            </a:r>
            <a:r>
              <a:rPr lang="en-IN" sz="1800" dirty="0" err="1">
                <a:latin typeface="Arial" panose="020B0604020202020204" pitchFamily="34" charset="0"/>
                <a:cs typeface="Arial" panose="020B0604020202020204" pitchFamily="34" charset="0"/>
              </a:rPr>
              <a:t>PayLoad</a:t>
            </a:r>
            <a:endParaRPr lang="en-IN" sz="1800" dirty="0">
              <a:latin typeface="Arial" panose="020B0604020202020204" pitchFamily="34" charset="0"/>
              <a:cs typeface="Arial" panose="020B0604020202020204" pitchFamily="34" charset="0"/>
            </a:endParaRPr>
          </a:p>
          <a:p>
            <a:pPr marL="0" indent="0" algn="l">
              <a:lnSpc>
                <a:spcPct val="150000"/>
              </a:lnSpc>
              <a:buNone/>
            </a:pPr>
            <a:r>
              <a:rPr lang="en-IN" sz="1800" dirty="0">
                <a:latin typeface="Arial" panose="020B0604020202020204" pitchFamily="34" charset="0"/>
                <a:cs typeface="Arial" panose="020B0604020202020204" pitchFamily="34" charset="0"/>
              </a:rPr>
              <a:t>10. What is De-Serialization?</a:t>
            </a:r>
          </a:p>
          <a:p>
            <a:pPr marL="0" indent="0" algn="l">
              <a:buNone/>
            </a:pPr>
            <a:r>
              <a:rPr lang="fr-FR" sz="1800" dirty="0">
                <a:latin typeface="Arial" panose="020B0604020202020204" pitchFamily="34" charset="0"/>
                <a:cs typeface="Arial" panose="020B0604020202020204" pitchFamily="34" charset="0"/>
              </a:rPr>
              <a:t>	Ans: JSON Object --&gt; JSON Object</a:t>
            </a:r>
          </a:p>
          <a:p>
            <a:pPr marL="0" indent="0" algn="l">
              <a:buNone/>
            </a:pPr>
            <a:r>
              <a:rPr lang="en-IN" sz="1800" dirty="0">
                <a:latin typeface="Arial" panose="020B0604020202020204" pitchFamily="34" charset="0"/>
                <a:cs typeface="Arial" panose="020B0604020202020204" pitchFamily="34" charset="0"/>
              </a:rPr>
              <a:t>	Data validation</a:t>
            </a:r>
            <a:endParaRPr lang="en-US" sz="1800" dirty="0">
              <a:latin typeface="Consolas" panose="020B0609020204030204" pitchFamily="49" charset="0"/>
            </a:endParaRPr>
          </a:p>
          <a:p>
            <a:pPr marL="0" indent="0" algn="l">
              <a:lnSpc>
                <a:spcPct val="150000"/>
              </a:lnSpc>
              <a:buNone/>
            </a:pPr>
            <a:r>
              <a:rPr lang="en-US" dirty="0">
                <a:latin typeface="Arial" panose="020B0604020202020204" pitchFamily="34" charset="0"/>
                <a:cs typeface="Arial" panose="020B0604020202020204" pitchFamily="34" charset="0"/>
              </a:rPr>
              <a:t>11. How will you </a:t>
            </a:r>
            <a:r>
              <a:rPr lang="en-US" dirty="0" err="1">
                <a:latin typeface="Arial" panose="020B0604020202020204" pitchFamily="34" charset="0"/>
                <a:cs typeface="Arial" panose="020B0604020202020204" pitchFamily="34" charset="0"/>
              </a:rPr>
              <a:t>acheive</a:t>
            </a:r>
            <a:r>
              <a:rPr lang="en-US" dirty="0">
                <a:latin typeface="Arial" panose="020B0604020202020204" pitchFamily="34" charset="0"/>
                <a:cs typeface="Arial" panose="020B0604020202020204" pitchFamily="34" charset="0"/>
              </a:rPr>
              <a:t> that?</a:t>
            </a:r>
          </a:p>
          <a:p>
            <a:pPr marL="0" indent="0" algn="l">
              <a:lnSpc>
                <a:spcPct val="150000"/>
              </a:lnSpc>
              <a:buNone/>
            </a:pPr>
            <a:r>
              <a:rPr lang="en-IN" dirty="0">
                <a:latin typeface="Arial" panose="020B0604020202020204" pitchFamily="34" charset="0"/>
                <a:cs typeface="Arial" panose="020B0604020202020204" pitchFamily="34" charset="0"/>
              </a:rPr>
              <a:t>	- Using POJO Class</a:t>
            </a:r>
          </a:p>
          <a:p>
            <a:pPr marL="0" indent="0" algn="l">
              <a:lnSpc>
                <a:spcPct val="150000"/>
              </a:lnSpc>
              <a:buNone/>
            </a:pPr>
            <a:r>
              <a:rPr lang="en-IN" dirty="0">
                <a:latin typeface="Arial" panose="020B0604020202020204" pitchFamily="34" charset="0"/>
                <a:cs typeface="Arial" panose="020B0604020202020204" pitchFamily="34" charset="0"/>
              </a:rPr>
              <a:t>12. Status code?</a:t>
            </a:r>
          </a:p>
          <a:p>
            <a:pPr marL="0" indent="0" algn="l">
              <a:lnSpc>
                <a:spcPct val="150000"/>
              </a:lnSpc>
              <a:buNone/>
            </a:pPr>
            <a:r>
              <a:rPr lang="en-IN" dirty="0">
                <a:latin typeface="Arial" panose="020B0604020202020204" pitchFamily="34" charset="0"/>
                <a:cs typeface="Arial" panose="020B0604020202020204" pitchFamily="34" charset="0"/>
              </a:rPr>
              <a:t>13. diff Put &amp; Patch</a:t>
            </a:r>
          </a:p>
          <a:p>
            <a:pPr marL="0" indent="0" algn="l">
              <a:lnSpc>
                <a:spcPct val="150000"/>
              </a:lnSpc>
              <a:buNone/>
            </a:pPr>
            <a:r>
              <a:rPr lang="en-US" dirty="0">
                <a:latin typeface="Arial" panose="020B0604020202020204" pitchFamily="34" charset="0"/>
                <a:cs typeface="Arial" panose="020B0604020202020204" pitchFamily="34" charset="0"/>
              </a:rPr>
              <a:t>14. What is the framework?</a:t>
            </a:r>
          </a:p>
          <a:p>
            <a:pPr marL="0" indent="0" algn="l">
              <a:buNone/>
            </a:pPr>
            <a:r>
              <a:rPr lang="en-IN" dirty="0">
                <a:latin typeface="Arial" panose="020B0604020202020204" pitchFamily="34" charset="0"/>
                <a:cs typeface="Arial" panose="020B0604020202020204" pitchFamily="34" charset="0"/>
              </a:rPr>
              <a:t>	- Cucumber-BDD </a:t>
            </a:r>
          </a:p>
        </p:txBody>
      </p:sp>
      <p:sp>
        <p:nvSpPr>
          <p:cNvPr id="7" name="Text Placeholder 2">
            <a:extLst>
              <a:ext uri="{FF2B5EF4-FFF2-40B4-BE49-F238E27FC236}">
                <a16:creationId xmlns:a16="http://schemas.microsoft.com/office/drawing/2014/main" id="{C37CE398-323F-42B6-BA26-29AE809868A8}"/>
              </a:ext>
            </a:extLst>
          </p:cNvPr>
          <p:cNvSpPr>
            <a:spLocks noGrp="1"/>
          </p:cNvSpPr>
          <p:nvPr>
            <p:ph type="body" sz="quarter" idx="12"/>
          </p:nvPr>
        </p:nvSpPr>
        <p:spPr>
          <a:xfrm>
            <a:off x="360363" y="1080000"/>
            <a:ext cx="11471275" cy="360362"/>
          </a:xfrm>
        </p:spPr>
        <p:txBody>
          <a:bodyPr/>
          <a:lstStyle/>
          <a:p>
            <a:r>
              <a:rPr lang="en-IN" dirty="0"/>
              <a:t>Part-2</a:t>
            </a:r>
          </a:p>
        </p:txBody>
      </p:sp>
    </p:spTree>
    <p:extLst>
      <p:ext uri="{BB962C8B-B14F-4D97-AF65-F5344CB8AC3E}">
        <p14:creationId xmlns:p14="http://schemas.microsoft.com/office/powerpoint/2010/main" val="852548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165EC5-3368-4810-BBCE-4847AAB93F61}"/>
              </a:ext>
            </a:extLst>
          </p:cNvPr>
          <p:cNvSpPr>
            <a:spLocks noGrp="1"/>
          </p:cNvSpPr>
          <p:nvPr>
            <p:ph type="sldNum" sz="quarter" idx="14"/>
          </p:nvPr>
        </p:nvSpPr>
        <p:spPr/>
        <p:txBody>
          <a:bodyPr/>
          <a:lstStyle/>
          <a:p>
            <a:fld id="{058DB212-BFA2-403F-85EF-DFD3FF6D973A}" type="slidenum">
              <a:rPr lang="en-US" noProof="0" smtClean="0"/>
              <a:pPr/>
              <a:t>24</a:t>
            </a:fld>
            <a:endParaRPr lang="en-US" noProof="0"/>
          </a:p>
        </p:txBody>
      </p:sp>
      <p:pic>
        <p:nvPicPr>
          <p:cNvPr id="6" name="Picture 5">
            <a:extLst>
              <a:ext uri="{FF2B5EF4-FFF2-40B4-BE49-F238E27FC236}">
                <a16:creationId xmlns:a16="http://schemas.microsoft.com/office/drawing/2014/main" id="{CCD9BE5C-E426-47D0-A6C6-0ADFD7D17A0E}"/>
              </a:ext>
            </a:extLst>
          </p:cNvPr>
          <p:cNvPicPr>
            <a:picLocks noChangeAspect="1"/>
          </p:cNvPicPr>
          <p:nvPr/>
        </p:nvPicPr>
        <p:blipFill>
          <a:blip r:embed="rId2"/>
          <a:stretch>
            <a:fillRect/>
          </a:stretch>
        </p:blipFill>
        <p:spPr>
          <a:xfrm>
            <a:off x="610035" y="182071"/>
            <a:ext cx="10984365" cy="6639929"/>
          </a:xfrm>
          <a:prstGeom prst="rect">
            <a:avLst/>
          </a:prstGeom>
        </p:spPr>
      </p:pic>
    </p:spTree>
    <p:extLst>
      <p:ext uri="{BB962C8B-B14F-4D97-AF65-F5344CB8AC3E}">
        <p14:creationId xmlns:p14="http://schemas.microsoft.com/office/powerpoint/2010/main" val="19259700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C0FF-B932-451D-BD18-F259762DC979}"/>
              </a:ext>
            </a:extLst>
          </p:cNvPr>
          <p:cNvSpPr>
            <a:spLocks noGrp="1"/>
          </p:cNvSpPr>
          <p:nvPr>
            <p:ph type="title"/>
          </p:nvPr>
        </p:nvSpPr>
        <p:spPr>
          <a:xfrm>
            <a:off x="607650" y="188550"/>
            <a:ext cx="11473200" cy="540000"/>
          </a:xfrm>
        </p:spPr>
        <p:txBody>
          <a:bodyPr/>
          <a:lstStyle/>
          <a:p>
            <a:r>
              <a:rPr lang="en-US" u="sng" dirty="0"/>
              <a:t>Swagger</a:t>
            </a:r>
            <a:endParaRPr lang="en-IN" u="sng" dirty="0"/>
          </a:p>
        </p:txBody>
      </p:sp>
      <p:sp>
        <p:nvSpPr>
          <p:cNvPr id="3" name="Text Placeholder 2">
            <a:extLst>
              <a:ext uri="{FF2B5EF4-FFF2-40B4-BE49-F238E27FC236}">
                <a16:creationId xmlns:a16="http://schemas.microsoft.com/office/drawing/2014/main" id="{90345461-17A1-4270-A52A-5B33AB71F144}"/>
              </a:ext>
            </a:extLst>
          </p:cNvPr>
          <p:cNvSpPr>
            <a:spLocks noGrp="1"/>
          </p:cNvSpPr>
          <p:nvPr>
            <p:ph type="body" sz="quarter" idx="12"/>
          </p:nvPr>
        </p:nvSpPr>
        <p:spPr>
          <a:xfrm>
            <a:off x="1518443" y="540000"/>
            <a:ext cx="9930607" cy="6282000"/>
          </a:xfrm>
        </p:spPr>
        <p:txBody>
          <a:bodyPr/>
          <a:lstStyle/>
          <a:p>
            <a:pPr marL="342900" indent="-342900">
              <a:lnSpc>
                <a:spcPct val="150000"/>
              </a:lnSpc>
              <a:buFont typeface="Wingdings" panose="05000000000000000000" pitchFamily="2" charset="2"/>
              <a:buChar char="ü"/>
            </a:pPr>
            <a:r>
              <a:rPr lang="en-US" b="0" i="0" strike="noStrike" dirty="0">
                <a:solidFill>
                  <a:schemeClr val="tx1"/>
                </a:solidFill>
                <a:effectLst/>
                <a:latin typeface="Averta SemiBold"/>
              </a:rPr>
              <a:t>	Swagger</a:t>
            </a:r>
            <a:r>
              <a:rPr lang="en-US" b="0" i="0" dirty="0">
                <a:solidFill>
                  <a:srgbClr val="4A4A62"/>
                </a:solidFill>
                <a:effectLst/>
                <a:latin typeface="Averta"/>
              </a:rPr>
              <a:t> is a framework for describing your API by using a common language that is easy read and understand by developers and testers. Its like blueprint for a house.</a:t>
            </a:r>
          </a:p>
          <a:p>
            <a:pPr>
              <a:lnSpc>
                <a:spcPct val="150000"/>
              </a:lnSpc>
            </a:pPr>
            <a:r>
              <a:rPr lang="en-US" b="0" i="0" dirty="0">
                <a:solidFill>
                  <a:srgbClr val="4A4A62"/>
                </a:solidFill>
                <a:effectLst/>
                <a:latin typeface="Averta"/>
              </a:rPr>
              <a:t> </a:t>
            </a:r>
          </a:p>
          <a:p>
            <a:pPr marL="342900" indent="-342900">
              <a:lnSpc>
                <a:spcPct val="150000"/>
              </a:lnSpc>
              <a:buFont typeface="Wingdings" panose="05000000000000000000" pitchFamily="2" charset="2"/>
              <a:buChar char="ü"/>
            </a:pPr>
            <a:r>
              <a:rPr lang="en-US" b="0" i="0" strike="noStrike" dirty="0">
                <a:solidFill>
                  <a:schemeClr val="tx1"/>
                </a:solidFill>
                <a:effectLst/>
                <a:latin typeface="Averta SemiBold"/>
              </a:rPr>
              <a:t>Swagger UI</a:t>
            </a:r>
            <a:r>
              <a:rPr lang="en-US" b="0" i="0" dirty="0">
                <a:solidFill>
                  <a:srgbClr val="4A4A62"/>
                </a:solidFill>
                <a:effectLst/>
                <a:latin typeface="Averta"/>
              </a:rPr>
              <a:t>, a part of Swagger, is an open source tool that generates a web page that documents the APIs generated by the Swagger specification. </a:t>
            </a:r>
          </a:p>
          <a:p>
            <a:pPr marL="342900" indent="-342900">
              <a:lnSpc>
                <a:spcPct val="150000"/>
              </a:lnSpc>
              <a:buFont typeface="Wingdings" panose="05000000000000000000" pitchFamily="2" charset="2"/>
              <a:buChar char="ü"/>
            </a:pPr>
            <a:r>
              <a:rPr lang="en-US" b="0" i="0" dirty="0">
                <a:solidFill>
                  <a:srgbClr val="4A4A62"/>
                </a:solidFill>
                <a:effectLst/>
                <a:latin typeface="Averta"/>
              </a:rPr>
              <a:t>This UI presentation of the APIs is user friendly and easy to understand, with all logic complexity kept behind the screen. </a:t>
            </a:r>
          </a:p>
          <a:p>
            <a:pPr marL="342900" indent="-342900">
              <a:lnSpc>
                <a:spcPct val="150000"/>
              </a:lnSpc>
              <a:buFont typeface="Wingdings" panose="05000000000000000000" pitchFamily="2" charset="2"/>
              <a:buChar char="ü"/>
            </a:pPr>
            <a:r>
              <a:rPr lang="en-US" b="0" i="0" dirty="0">
                <a:solidFill>
                  <a:srgbClr val="4A4A62"/>
                </a:solidFill>
                <a:effectLst/>
                <a:latin typeface="Averta"/>
              </a:rPr>
              <a:t>This enables developers to execute and monitor the API requests they sent and the results they received, making it a great tool for developers, testers and end consumers to understand the end points they are testing.</a:t>
            </a:r>
          </a:p>
          <a:p>
            <a:pPr marL="342900" indent="-342900">
              <a:lnSpc>
                <a:spcPct val="150000"/>
              </a:lnSpc>
              <a:buFont typeface="Wingdings" panose="05000000000000000000" pitchFamily="2" charset="2"/>
              <a:buChar char="ü"/>
            </a:pPr>
            <a:r>
              <a:rPr lang="en-US" b="0" i="0" dirty="0">
                <a:solidFill>
                  <a:srgbClr val="4A4A62"/>
                </a:solidFill>
                <a:effectLst/>
                <a:latin typeface="Averta"/>
              </a:rPr>
              <a:t> Swagger UI represents </a:t>
            </a:r>
            <a:r>
              <a:rPr lang="en-US" b="0" i="0" dirty="0" err="1">
                <a:solidFill>
                  <a:srgbClr val="4A4A62"/>
                </a:solidFill>
                <a:effectLst/>
                <a:latin typeface="Averta"/>
              </a:rPr>
              <a:t>apis</a:t>
            </a:r>
            <a:r>
              <a:rPr lang="en-US" b="0" i="0" dirty="0">
                <a:solidFill>
                  <a:srgbClr val="4A4A62"/>
                </a:solidFill>
                <a:effectLst/>
                <a:latin typeface="Averta"/>
              </a:rPr>
              <a:t> within browser so brings more intuitively than other tools such as: </a:t>
            </a:r>
            <a:r>
              <a:rPr lang="en-US" b="0" i="0" u="none" strike="noStrike" dirty="0">
                <a:solidFill>
                  <a:schemeClr val="tx1"/>
                </a:solidFill>
                <a:effectLst/>
                <a:latin typeface="Averta SemiBold"/>
              </a:rPr>
              <a:t>Postman</a:t>
            </a:r>
            <a:r>
              <a:rPr lang="en-US" b="0" i="0" dirty="0">
                <a:solidFill>
                  <a:srgbClr val="4A4A62"/>
                </a:solidFill>
                <a:effectLst/>
                <a:latin typeface="Averta"/>
              </a:rPr>
              <a:t>, SoapUI, and </a:t>
            </a:r>
            <a:r>
              <a:rPr lang="en-US" b="0" i="0" u="none" strike="noStrike" dirty="0">
                <a:solidFill>
                  <a:schemeClr val="tx1"/>
                </a:solidFill>
                <a:effectLst/>
                <a:latin typeface="Averta SemiBold"/>
              </a:rPr>
              <a:t>others</a:t>
            </a:r>
            <a:r>
              <a:rPr lang="en-US" b="0" i="0" dirty="0">
                <a:solidFill>
                  <a:srgbClr val="4A4A62"/>
                </a:solidFill>
                <a:effectLst/>
                <a:latin typeface="Averta"/>
              </a:rPr>
              <a:t>.</a:t>
            </a:r>
            <a:endParaRPr lang="en-US" dirty="0">
              <a:solidFill>
                <a:srgbClr val="4A4A62"/>
              </a:solidFill>
              <a:latin typeface="Averta"/>
            </a:endParaRPr>
          </a:p>
        </p:txBody>
      </p:sp>
      <p:sp>
        <p:nvSpPr>
          <p:cNvPr id="4" name="Slide Number Placeholder 3">
            <a:extLst>
              <a:ext uri="{FF2B5EF4-FFF2-40B4-BE49-F238E27FC236}">
                <a16:creationId xmlns:a16="http://schemas.microsoft.com/office/drawing/2014/main" id="{BC3FF9BB-C9B6-41E5-B7E7-D5CA833A7A66}"/>
              </a:ext>
            </a:extLst>
          </p:cNvPr>
          <p:cNvSpPr>
            <a:spLocks noGrp="1"/>
          </p:cNvSpPr>
          <p:nvPr>
            <p:ph type="sldNum" sz="quarter" idx="14"/>
          </p:nvPr>
        </p:nvSpPr>
        <p:spPr/>
        <p:txBody>
          <a:bodyPr/>
          <a:lstStyle/>
          <a:p>
            <a:fld id="{058DB212-BFA2-403F-85EF-DFD3FF6D973A}" type="slidenum">
              <a:rPr lang="en-US" noProof="0" smtClean="0"/>
              <a:pPr/>
              <a:t>25</a:t>
            </a:fld>
            <a:endParaRPr lang="en-US" noProof="0"/>
          </a:p>
        </p:txBody>
      </p:sp>
      <p:sp>
        <p:nvSpPr>
          <p:cNvPr id="5" name="Title 1">
            <a:extLst>
              <a:ext uri="{FF2B5EF4-FFF2-40B4-BE49-F238E27FC236}">
                <a16:creationId xmlns:a16="http://schemas.microsoft.com/office/drawing/2014/main" id="{B341D00D-925B-448E-B118-043C7D976E92}"/>
              </a:ext>
            </a:extLst>
          </p:cNvPr>
          <p:cNvSpPr txBox="1">
            <a:spLocks/>
          </p:cNvSpPr>
          <p:nvPr/>
        </p:nvSpPr>
        <p:spPr>
          <a:xfrm>
            <a:off x="607650" y="1737450"/>
            <a:ext cx="11473200" cy="54000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a:lstStyle>
          <a:p>
            <a:r>
              <a:rPr lang="en-US" u="sng" dirty="0" err="1"/>
              <a:t>SwaggerUI</a:t>
            </a:r>
            <a:endParaRPr lang="en-IN" u="sng" dirty="0"/>
          </a:p>
        </p:txBody>
      </p:sp>
    </p:spTree>
    <p:extLst>
      <p:ext uri="{BB962C8B-B14F-4D97-AF65-F5344CB8AC3E}">
        <p14:creationId xmlns:p14="http://schemas.microsoft.com/office/powerpoint/2010/main" val="27723844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6569-2050-4944-A7AD-DD248368F058}"/>
              </a:ext>
            </a:extLst>
          </p:cNvPr>
          <p:cNvSpPr>
            <a:spLocks noGrp="1"/>
          </p:cNvSpPr>
          <p:nvPr>
            <p:ph type="title"/>
          </p:nvPr>
        </p:nvSpPr>
        <p:spPr>
          <a:xfrm>
            <a:off x="2084025" y="389924"/>
            <a:ext cx="7202850" cy="540000"/>
          </a:xfrm>
        </p:spPr>
        <p:txBody>
          <a:bodyPr/>
          <a:lstStyle/>
          <a:p>
            <a:r>
              <a:rPr lang="en-IN" b="1" i="0" dirty="0">
                <a:solidFill>
                  <a:srgbClr val="2E2E2E"/>
                </a:solidFill>
                <a:effectLst/>
                <a:latin typeface="Open Sans"/>
              </a:rPr>
              <a:t>REST API Authentication Methods</a:t>
            </a:r>
            <a:br>
              <a:rPr lang="en-IN" b="1" i="0" dirty="0">
                <a:solidFill>
                  <a:srgbClr val="2E2E2E"/>
                </a:solidFill>
                <a:effectLst/>
                <a:latin typeface="Open Sans"/>
              </a:rPr>
            </a:br>
            <a:endParaRPr lang="en-IN" dirty="0"/>
          </a:p>
        </p:txBody>
      </p:sp>
      <p:sp>
        <p:nvSpPr>
          <p:cNvPr id="3" name="Text Placeholder 2">
            <a:extLst>
              <a:ext uri="{FF2B5EF4-FFF2-40B4-BE49-F238E27FC236}">
                <a16:creationId xmlns:a16="http://schemas.microsoft.com/office/drawing/2014/main" id="{0587104C-B45E-48DC-BFEE-F3CF6A95A43E}"/>
              </a:ext>
            </a:extLst>
          </p:cNvPr>
          <p:cNvSpPr>
            <a:spLocks noGrp="1"/>
          </p:cNvSpPr>
          <p:nvPr>
            <p:ph type="body" sz="quarter" idx="12"/>
          </p:nvPr>
        </p:nvSpPr>
        <p:spPr>
          <a:xfrm>
            <a:off x="4213135" y="1222874"/>
            <a:ext cx="10317163" cy="5082676"/>
          </a:xfrm>
        </p:spPr>
        <p:txBody>
          <a:bodyPr/>
          <a:lstStyle/>
          <a:p>
            <a:pPr marL="457200" indent="-457200" algn="l">
              <a:buFont typeface="+mj-lt"/>
              <a:buAutoNum type="arabicPeriod"/>
            </a:pPr>
            <a:r>
              <a:rPr lang="en-IN" b="0" i="0" strike="noStrike" dirty="0">
                <a:solidFill>
                  <a:schemeClr val="tx1"/>
                </a:solidFill>
                <a:effectLst/>
                <a:latin typeface="Roboto"/>
              </a:rPr>
              <a:t>No auth</a:t>
            </a:r>
            <a:endParaRPr lang="en-IN" b="0" i="0" dirty="0">
              <a:solidFill>
                <a:schemeClr val="tx1"/>
              </a:solidFill>
              <a:effectLst/>
              <a:latin typeface="Roboto"/>
            </a:endParaRPr>
          </a:p>
          <a:p>
            <a:pPr marL="457200" indent="-457200" algn="l">
              <a:buFont typeface="+mj-lt"/>
              <a:buAutoNum type="arabicPeriod"/>
            </a:pPr>
            <a:r>
              <a:rPr lang="en-IN" b="0" i="0" strike="noStrike" dirty="0">
                <a:solidFill>
                  <a:schemeClr val="tx1"/>
                </a:solidFill>
                <a:effectLst/>
                <a:latin typeface="Roboto"/>
              </a:rPr>
              <a:t>API key</a:t>
            </a:r>
            <a:endParaRPr lang="en-IN" b="0" i="0" dirty="0">
              <a:solidFill>
                <a:schemeClr val="tx1"/>
              </a:solidFill>
              <a:effectLst/>
              <a:latin typeface="Roboto"/>
            </a:endParaRPr>
          </a:p>
          <a:p>
            <a:pPr marL="457200" indent="-457200" algn="l">
              <a:buFont typeface="+mj-lt"/>
              <a:buAutoNum type="arabicPeriod"/>
            </a:pPr>
            <a:r>
              <a:rPr lang="en-IN" b="0" i="0" strike="noStrike" dirty="0">
                <a:solidFill>
                  <a:schemeClr val="tx1"/>
                </a:solidFill>
                <a:effectLst/>
                <a:latin typeface="Roboto"/>
              </a:rPr>
              <a:t>Bearer token</a:t>
            </a:r>
            <a:endParaRPr lang="en-IN" b="0" i="0" dirty="0">
              <a:solidFill>
                <a:schemeClr val="tx1"/>
              </a:solidFill>
              <a:effectLst/>
              <a:latin typeface="Roboto"/>
            </a:endParaRPr>
          </a:p>
          <a:p>
            <a:pPr marL="457200" indent="-457200" algn="l">
              <a:buFont typeface="+mj-lt"/>
              <a:buAutoNum type="arabicPeriod"/>
            </a:pPr>
            <a:r>
              <a:rPr lang="en-IN" b="0" i="0" strike="noStrike" dirty="0">
                <a:solidFill>
                  <a:schemeClr val="tx1"/>
                </a:solidFill>
                <a:effectLst/>
                <a:latin typeface="Roboto"/>
              </a:rPr>
              <a:t>Basic auth</a:t>
            </a:r>
            <a:endParaRPr lang="en-IN" b="0" i="0" dirty="0">
              <a:solidFill>
                <a:schemeClr val="tx1"/>
              </a:solidFill>
              <a:effectLst/>
              <a:latin typeface="Roboto"/>
            </a:endParaRPr>
          </a:p>
          <a:p>
            <a:pPr marL="457200" indent="-457200" algn="l">
              <a:buFont typeface="+mj-lt"/>
              <a:buAutoNum type="arabicPeriod"/>
            </a:pPr>
            <a:r>
              <a:rPr lang="en-IN" b="0" i="0" strike="noStrike" dirty="0">
                <a:solidFill>
                  <a:schemeClr val="tx1"/>
                </a:solidFill>
                <a:effectLst/>
                <a:latin typeface="Roboto"/>
              </a:rPr>
              <a:t>OAuth</a:t>
            </a:r>
            <a:endParaRPr lang="en-IN" b="0" i="0" dirty="0">
              <a:solidFill>
                <a:schemeClr val="tx1"/>
              </a:solidFill>
              <a:effectLst/>
              <a:latin typeface="Roboto"/>
            </a:endParaRPr>
          </a:p>
        </p:txBody>
      </p:sp>
      <p:sp>
        <p:nvSpPr>
          <p:cNvPr id="4" name="Slide Number Placeholder 3">
            <a:extLst>
              <a:ext uri="{FF2B5EF4-FFF2-40B4-BE49-F238E27FC236}">
                <a16:creationId xmlns:a16="http://schemas.microsoft.com/office/drawing/2014/main" id="{5FB89FB7-82E3-4ECB-8AC3-3E5FE7AA6ECF}"/>
              </a:ext>
            </a:extLst>
          </p:cNvPr>
          <p:cNvSpPr>
            <a:spLocks noGrp="1"/>
          </p:cNvSpPr>
          <p:nvPr>
            <p:ph type="sldNum" sz="quarter" idx="14"/>
          </p:nvPr>
        </p:nvSpPr>
        <p:spPr/>
        <p:txBody>
          <a:bodyPr/>
          <a:lstStyle/>
          <a:p>
            <a:fld id="{058DB212-BFA2-403F-85EF-DFD3FF6D973A}" type="slidenum">
              <a:rPr lang="en-US" noProof="0" smtClean="0"/>
              <a:pPr/>
              <a:t>26</a:t>
            </a:fld>
            <a:endParaRPr lang="en-US" noProof="0"/>
          </a:p>
        </p:txBody>
      </p:sp>
    </p:spTree>
    <p:extLst>
      <p:ext uri="{BB962C8B-B14F-4D97-AF65-F5344CB8AC3E}">
        <p14:creationId xmlns:p14="http://schemas.microsoft.com/office/powerpoint/2010/main" val="2440681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6DE33-5843-4528-98F5-7DB8FC38A78F}"/>
              </a:ext>
            </a:extLst>
          </p:cNvPr>
          <p:cNvSpPr>
            <a:spLocks noGrp="1"/>
          </p:cNvSpPr>
          <p:nvPr>
            <p:ph type="title"/>
          </p:nvPr>
        </p:nvSpPr>
        <p:spPr/>
        <p:txBody>
          <a:bodyPr/>
          <a:lstStyle/>
          <a:p>
            <a:r>
              <a:rPr lang="en-US" dirty="0"/>
              <a:t>Multi Factor Authentication</a:t>
            </a:r>
            <a:endParaRPr lang="en-IN" dirty="0"/>
          </a:p>
        </p:txBody>
      </p:sp>
      <p:sp>
        <p:nvSpPr>
          <p:cNvPr id="3" name="Text Placeholder 2">
            <a:extLst>
              <a:ext uri="{FF2B5EF4-FFF2-40B4-BE49-F238E27FC236}">
                <a16:creationId xmlns:a16="http://schemas.microsoft.com/office/drawing/2014/main" id="{47373164-FE9F-476D-9AF7-97E41F6B1BE4}"/>
              </a:ext>
            </a:extLst>
          </p:cNvPr>
          <p:cNvSpPr>
            <a:spLocks noGrp="1"/>
          </p:cNvSpPr>
          <p:nvPr>
            <p:ph type="body" sz="quarter" idx="12"/>
          </p:nvPr>
        </p:nvSpPr>
        <p:spPr/>
        <p:txBody>
          <a:bodyPr/>
          <a:lstStyle/>
          <a:p>
            <a:r>
              <a:rPr lang="en-US" dirty="0"/>
              <a:t>How to choose a automation Framework</a:t>
            </a:r>
            <a:endParaRPr lang="en-IN" dirty="0"/>
          </a:p>
        </p:txBody>
      </p:sp>
      <p:sp>
        <p:nvSpPr>
          <p:cNvPr id="4" name="Slide Number Placeholder 3">
            <a:extLst>
              <a:ext uri="{FF2B5EF4-FFF2-40B4-BE49-F238E27FC236}">
                <a16:creationId xmlns:a16="http://schemas.microsoft.com/office/drawing/2014/main" id="{4397162D-7593-4BF6-A75E-F15B9DE94B62}"/>
              </a:ext>
            </a:extLst>
          </p:cNvPr>
          <p:cNvSpPr>
            <a:spLocks noGrp="1"/>
          </p:cNvSpPr>
          <p:nvPr>
            <p:ph type="sldNum" sz="quarter" idx="14"/>
          </p:nvPr>
        </p:nvSpPr>
        <p:spPr/>
        <p:txBody>
          <a:bodyPr/>
          <a:lstStyle/>
          <a:p>
            <a:fld id="{058DB212-BFA2-403F-85EF-DFD3FF6D973A}" type="slidenum">
              <a:rPr lang="en-US" noProof="0" smtClean="0"/>
              <a:pPr/>
              <a:t>27</a:t>
            </a:fld>
            <a:endParaRPr lang="en-US" noProof="0"/>
          </a:p>
        </p:txBody>
      </p:sp>
    </p:spTree>
    <p:extLst>
      <p:ext uri="{BB962C8B-B14F-4D97-AF65-F5344CB8AC3E}">
        <p14:creationId xmlns:p14="http://schemas.microsoft.com/office/powerpoint/2010/main" val="196142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58390-2C70-4015-BECD-A23ECB68584C}"/>
              </a:ext>
            </a:extLst>
          </p:cNvPr>
          <p:cNvSpPr>
            <a:spLocks noGrp="1"/>
          </p:cNvSpPr>
          <p:nvPr>
            <p:ph type="title"/>
          </p:nvPr>
        </p:nvSpPr>
        <p:spPr>
          <a:xfrm>
            <a:off x="358800" y="114488"/>
            <a:ext cx="11473200" cy="540000"/>
          </a:xfrm>
        </p:spPr>
        <p:txBody>
          <a:bodyPr/>
          <a:lstStyle/>
          <a:p>
            <a:r>
              <a:rPr lang="en-IN" dirty="0"/>
              <a:t>Options in API</a:t>
            </a:r>
          </a:p>
        </p:txBody>
      </p:sp>
      <p:sp>
        <p:nvSpPr>
          <p:cNvPr id="3" name="Text Placeholder 2">
            <a:extLst>
              <a:ext uri="{FF2B5EF4-FFF2-40B4-BE49-F238E27FC236}">
                <a16:creationId xmlns:a16="http://schemas.microsoft.com/office/drawing/2014/main" id="{288FCCAB-13C1-4C99-BAF5-5CC1002D74EB}"/>
              </a:ext>
            </a:extLst>
          </p:cNvPr>
          <p:cNvSpPr>
            <a:spLocks noGrp="1"/>
          </p:cNvSpPr>
          <p:nvPr>
            <p:ph type="body" sz="quarter" idx="12"/>
          </p:nvPr>
        </p:nvSpPr>
        <p:spPr>
          <a:xfrm>
            <a:off x="514350" y="614231"/>
            <a:ext cx="11365275" cy="2034675"/>
          </a:xfrm>
        </p:spPr>
        <p:txBody>
          <a:bodyPr/>
          <a:lstStyle/>
          <a:p>
            <a:pPr algn="l"/>
            <a:endParaRPr lang="en-US" b="0" i="0" dirty="0">
              <a:solidFill>
                <a:srgbClr val="00000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altLang="en-US" dirty="0">
                <a:solidFill>
                  <a:srgbClr val="000000"/>
                </a:solidFill>
                <a:latin typeface="Times New Roman" panose="02020603050405020304" pitchFamily="18" charset="0"/>
                <a:cs typeface="Times New Roman" panose="02020603050405020304" pitchFamily="18" charset="0"/>
              </a:rPr>
              <a:t>The HTTP </a:t>
            </a:r>
            <a:r>
              <a:rPr lang="en-US" altLang="en-US" b="1" dirty="0">
                <a:solidFill>
                  <a:srgbClr val="000000"/>
                </a:solidFill>
                <a:latin typeface="Times New Roman" panose="02020603050405020304" pitchFamily="18" charset="0"/>
                <a:cs typeface="Times New Roman" panose="02020603050405020304" pitchFamily="18" charset="0"/>
              </a:rPr>
              <a:t>OPTIONS</a:t>
            </a:r>
            <a:r>
              <a:rPr lang="en-US" altLang="en-US" dirty="0">
                <a:solidFill>
                  <a:srgbClr val="000000"/>
                </a:solidFill>
                <a:latin typeface="Times New Roman" panose="02020603050405020304" pitchFamily="18" charset="0"/>
                <a:cs typeface="Times New Roman" panose="02020603050405020304" pitchFamily="18" charset="0"/>
              </a:rPr>
              <a:t> method requests permitted communication options for a given URL or server.</a:t>
            </a:r>
          </a:p>
          <a:p>
            <a:pPr marL="342900" indent="-342900">
              <a:buFont typeface="Wingdings" panose="05000000000000000000" pitchFamily="2" charset="2"/>
              <a:buChar char="ü"/>
            </a:pPr>
            <a:r>
              <a:rPr lang="en-US" altLang="en-US" dirty="0">
                <a:solidFill>
                  <a:srgbClr val="000000"/>
                </a:solidFill>
                <a:latin typeface="Times New Roman" panose="02020603050405020304" pitchFamily="18" charset="0"/>
                <a:cs typeface="Times New Roman" panose="02020603050405020304" pitchFamily="18" charset="0"/>
              </a:rPr>
              <a:t> A client can specify a URL with this method, or an asterisk (*) to refer to the entire server. </a:t>
            </a:r>
          </a:p>
          <a:p>
            <a:pPr algn="l"/>
            <a:endParaRPr lang="en-US" dirty="0">
              <a:solidFill>
                <a:srgbClr val="00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Syntax:</a:t>
            </a:r>
          </a:p>
        </p:txBody>
      </p:sp>
      <p:sp>
        <p:nvSpPr>
          <p:cNvPr id="4" name="Slide Number Placeholder 3">
            <a:extLst>
              <a:ext uri="{FF2B5EF4-FFF2-40B4-BE49-F238E27FC236}">
                <a16:creationId xmlns:a16="http://schemas.microsoft.com/office/drawing/2014/main" id="{B6BE0FCB-D43C-487D-B8A4-526BD940E9B2}"/>
              </a:ext>
            </a:extLst>
          </p:cNvPr>
          <p:cNvSpPr>
            <a:spLocks noGrp="1"/>
          </p:cNvSpPr>
          <p:nvPr>
            <p:ph type="sldNum" sz="quarter" idx="14"/>
          </p:nvPr>
        </p:nvSpPr>
        <p:spPr/>
        <p:txBody>
          <a:bodyPr/>
          <a:lstStyle/>
          <a:p>
            <a:fld id="{058DB212-BFA2-403F-85EF-DFD3FF6D973A}" type="slidenum">
              <a:rPr lang="en-US" noProof="0" smtClean="0"/>
              <a:pPr/>
              <a:t>28</a:t>
            </a:fld>
            <a:endParaRPr lang="en-US" noProof="0"/>
          </a:p>
        </p:txBody>
      </p:sp>
      <p:sp>
        <p:nvSpPr>
          <p:cNvPr id="5" name="Rectangle 1">
            <a:extLst>
              <a:ext uri="{FF2B5EF4-FFF2-40B4-BE49-F238E27FC236}">
                <a16:creationId xmlns:a16="http://schemas.microsoft.com/office/drawing/2014/main" id="{64FFCF21-04E1-48CA-AC4D-0359A4DBB66E}"/>
              </a:ext>
            </a:extLst>
          </p:cNvPr>
          <p:cNvSpPr>
            <a:spLocks noChangeArrowheads="1"/>
          </p:cNvSpPr>
          <p:nvPr/>
        </p:nvSpPr>
        <p:spPr bwMode="auto">
          <a:xfrm>
            <a:off x="0" y="-184666"/>
            <a:ext cx="184731" cy="369332"/>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5BBC55E1-C39A-41D6-9E21-3A1ADE375660}"/>
              </a:ext>
            </a:extLst>
          </p:cNvPr>
          <p:cNvPicPr>
            <a:picLocks noChangeAspect="1"/>
          </p:cNvPicPr>
          <p:nvPr/>
        </p:nvPicPr>
        <p:blipFill>
          <a:blip r:embed="rId2"/>
          <a:stretch>
            <a:fillRect/>
          </a:stretch>
        </p:blipFill>
        <p:spPr>
          <a:xfrm>
            <a:off x="538163" y="2846400"/>
            <a:ext cx="3276600" cy="1000125"/>
          </a:xfrm>
          <a:prstGeom prst="rect">
            <a:avLst/>
          </a:prstGeom>
        </p:spPr>
      </p:pic>
      <p:pic>
        <p:nvPicPr>
          <p:cNvPr id="3076" name="Picture 4" descr="REST OPTIONS">
            <a:extLst>
              <a:ext uri="{FF2B5EF4-FFF2-40B4-BE49-F238E27FC236}">
                <a16:creationId xmlns:a16="http://schemas.microsoft.com/office/drawing/2014/main" id="{074E97BF-628F-41F7-9401-B8FD8F239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8575" y="2104547"/>
            <a:ext cx="7591425" cy="4573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692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33BAD-1BCC-41CC-B0BE-FE6CCE6CDFB0}"/>
              </a:ext>
            </a:extLst>
          </p:cNvPr>
          <p:cNvSpPr>
            <a:spLocks noGrp="1"/>
          </p:cNvSpPr>
          <p:nvPr>
            <p:ph type="title"/>
          </p:nvPr>
        </p:nvSpPr>
        <p:spPr>
          <a:xfrm>
            <a:off x="359400" y="469650"/>
            <a:ext cx="11473200" cy="540000"/>
          </a:xfrm>
        </p:spPr>
        <p:txBody>
          <a:bodyPr/>
          <a:lstStyle/>
          <a:p>
            <a:r>
              <a:rPr lang="en-US" dirty="0"/>
              <a:t>Head in API</a:t>
            </a:r>
            <a:endParaRPr lang="en-IN" dirty="0"/>
          </a:p>
        </p:txBody>
      </p:sp>
      <p:sp>
        <p:nvSpPr>
          <p:cNvPr id="3" name="Text Placeholder 2">
            <a:extLst>
              <a:ext uri="{FF2B5EF4-FFF2-40B4-BE49-F238E27FC236}">
                <a16:creationId xmlns:a16="http://schemas.microsoft.com/office/drawing/2014/main" id="{A75A2E7F-C337-428F-BECC-EFD63DF3B208}"/>
              </a:ext>
            </a:extLst>
          </p:cNvPr>
          <p:cNvSpPr>
            <a:spLocks noGrp="1"/>
          </p:cNvSpPr>
          <p:nvPr>
            <p:ph type="body" sz="quarter" idx="12"/>
          </p:nvPr>
        </p:nvSpPr>
        <p:spPr>
          <a:xfrm>
            <a:off x="581025" y="1309575"/>
            <a:ext cx="11382375" cy="5634150"/>
          </a:xfrm>
        </p:spPr>
        <p:txBody>
          <a:bodyPr/>
          <a:lstStyle/>
          <a:p>
            <a:pPr marL="342900" indent="-342900">
              <a:lnSpc>
                <a:spcPct val="150000"/>
              </a:lnSpc>
              <a:buFont typeface="Wingdings" panose="05000000000000000000" pitchFamily="2" charset="2"/>
              <a:buChar char="ü"/>
            </a:pPr>
            <a:r>
              <a:rPr lang="en-US" sz="2000" dirty="0">
                <a:solidFill>
                  <a:srgbClr val="535A60"/>
                </a:solidFill>
                <a:latin typeface="inherit"/>
                <a:cs typeface="Arial" panose="020B0604020202020204" pitchFamily="34" charset="0"/>
              </a:rPr>
              <a:t>The HEAD method is similar to the GET method except the message body is not returned in response. </a:t>
            </a:r>
          </a:p>
          <a:p>
            <a:pPr marL="342900" indent="-342900">
              <a:lnSpc>
                <a:spcPct val="150000"/>
              </a:lnSpc>
              <a:buFont typeface="Wingdings" panose="05000000000000000000" pitchFamily="2" charset="2"/>
              <a:buChar char="ü"/>
            </a:pPr>
            <a:r>
              <a:rPr lang="en-US" sz="2000" dirty="0">
                <a:solidFill>
                  <a:srgbClr val="535A60"/>
                </a:solidFill>
                <a:latin typeface="inherit"/>
                <a:cs typeface="Arial" panose="020B0604020202020204" pitchFamily="34" charset="0"/>
              </a:rPr>
              <a:t>The response only includes meta-information, such as a response code or corresponding headers.</a:t>
            </a:r>
          </a:p>
          <a:p>
            <a:pPr marL="342900" indent="-342900">
              <a:lnSpc>
                <a:spcPct val="150000"/>
              </a:lnSpc>
              <a:buFont typeface="Wingdings" panose="05000000000000000000" pitchFamily="2" charset="2"/>
              <a:buChar char="ü"/>
            </a:pPr>
            <a:r>
              <a:rPr kumimoji="0" lang="en-US" altLang="en-US" sz="2000" b="0" i="0" u="none" strike="noStrike" cap="none" normalizeH="0" baseline="0" dirty="0">
                <a:ln>
                  <a:noFill/>
                </a:ln>
                <a:solidFill>
                  <a:srgbClr val="535A60"/>
                </a:solidFill>
                <a:effectLst/>
                <a:latin typeface="inherit"/>
                <a:cs typeface="Arial" panose="020B0604020202020204" pitchFamily="34" charset="0"/>
              </a:rPr>
              <a:t>Checking whether a resource has changed. This is useful when maintaining a cached version of a resource</a:t>
            </a:r>
          </a:p>
          <a:p>
            <a:pPr marL="342900" indent="-342900">
              <a:lnSpc>
                <a:spcPct val="150000"/>
              </a:lnSpc>
              <a:buFont typeface="Wingdings" panose="05000000000000000000" pitchFamily="2" charset="2"/>
              <a:buChar char="ü"/>
            </a:pPr>
            <a:r>
              <a:rPr kumimoji="0" lang="en-US" altLang="en-US" sz="2000" b="0" i="0" u="none" strike="noStrike" cap="none" normalizeH="0" baseline="0" dirty="0">
                <a:ln>
                  <a:noFill/>
                </a:ln>
                <a:solidFill>
                  <a:srgbClr val="535A60"/>
                </a:solidFill>
                <a:effectLst/>
                <a:latin typeface="inherit"/>
                <a:cs typeface="Arial" panose="020B0604020202020204" pitchFamily="34" charset="0"/>
              </a:rPr>
              <a:t>Retrieving metadata about the resource, </a:t>
            </a:r>
          </a:p>
          <a:p>
            <a:pPr>
              <a:lnSpc>
                <a:spcPct val="150000"/>
              </a:lnSpc>
            </a:pPr>
            <a:r>
              <a:rPr lang="en-US" altLang="en-US" sz="2000" dirty="0">
                <a:solidFill>
                  <a:srgbClr val="535A60"/>
                </a:solidFill>
                <a:latin typeface="inherit"/>
                <a:cs typeface="Arial" panose="020B0604020202020204" pitchFamily="34" charset="0"/>
              </a:rPr>
              <a:t>	</a:t>
            </a:r>
            <a:r>
              <a:rPr lang="en-US" altLang="en-US" sz="2000" dirty="0" err="1">
                <a:solidFill>
                  <a:srgbClr val="535A60"/>
                </a:solidFill>
                <a:latin typeface="inherit"/>
                <a:cs typeface="Arial" panose="020B0604020202020204" pitchFamily="34" charset="0"/>
              </a:rPr>
              <a:t>Eg</a:t>
            </a:r>
            <a:r>
              <a:rPr kumimoji="0" lang="en-US" altLang="en-US" sz="2000" b="0" i="0" u="none" strike="noStrike" cap="none" normalizeH="0" baseline="0" dirty="0" err="1">
                <a:ln>
                  <a:noFill/>
                </a:ln>
                <a:solidFill>
                  <a:srgbClr val="535A60"/>
                </a:solidFill>
                <a:effectLst/>
                <a:latin typeface="inherit"/>
                <a:cs typeface="Arial" panose="020B0604020202020204" pitchFamily="34" charset="0"/>
              </a:rPr>
              <a:t>.</a:t>
            </a:r>
            <a:r>
              <a:rPr kumimoji="0" lang="en-US" altLang="en-US" sz="2000" b="0" i="0" u="none" strike="noStrike" cap="none" normalizeH="0" baseline="0" dirty="0">
                <a:ln>
                  <a:noFill/>
                </a:ln>
                <a:solidFill>
                  <a:srgbClr val="535A60"/>
                </a:solidFill>
                <a:effectLst/>
                <a:latin typeface="inherit"/>
                <a:cs typeface="Arial" panose="020B0604020202020204" pitchFamily="34" charset="0"/>
              </a:rPr>
              <a:t> its media type or its size, before making a possibly costly retrieval</a:t>
            </a:r>
            <a:endParaRPr kumimoji="0" lang="en-US" altLang="en-US" sz="2000" b="0" i="0" u="none" strike="noStrike" cap="none" normalizeH="0" baseline="0" dirty="0">
              <a:ln>
                <a:noFill/>
              </a:ln>
              <a:solidFill>
                <a:srgbClr val="535A6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342900" indent="-342900">
              <a:buFont typeface="Wingdings" panose="05000000000000000000" pitchFamily="2" charset="2"/>
              <a:buChar char="ü"/>
            </a:pPr>
            <a:endParaRPr lang="en-IN" dirty="0"/>
          </a:p>
        </p:txBody>
      </p:sp>
      <p:sp>
        <p:nvSpPr>
          <p:cNvPr id="4" name="Slide Number Placeholder 3">
            <a:extLst>
              <a:ext uri="{FF2B5EF4-FFF2-40B4-BE49-F238E27FC236}">
                <a16:creationId xmlns:a16="http://schemas.microsoft.com/office/drawing/2014/main" id="{BDC6F1AC-F6D5-4E7F-B35E-9EE768EAFAAA}"/>
              </a:ext>
            </a:extLst>
          </p:cNvPr>
          <p:cNvSpPr>
            <a:spLocks noGrp="1"/>
          </p:cNvSpPr>
          <p:nvPr>
            <p:ph type="sldNum" sz="quarter" idx="14"/>
          </p:nvPr>
        </p:nvSpPr>
        <p:spPr/>
        <p:txBody>
          <a:bodyPr/>
          <a:lstStyle/>
          <a:p>
            <a:fld id="{058DB212-BFA2-403F-85EF-DFD3FF6D973A}" type="slidenum">
              <a:rPr lang="en-US" noProof="0" smtClean="0"/>
              <a:pPr/>
              <a:t>29</a:t>
            </a:fld>
            <a:endParaRPr lang="en-US" noProof="0"/>
          </a:p>
        </p:txBody>
      </p:sp>
      <p:sp>
        <p:nvSpPr>
          <p:cNvPr id="5" name="Rectangle 1">
            <a:extLst>
              <a:ext uri="{FF2B5EF4-FFF2-40B4-BE49-F238E27FC236}">
                <a16:creationId xmlns:a16="http://schemas.microsoft.com/office/drawing/2014/main" id="{52196120-3364-4723-A307-40936C33B9C7}"/>
              </a:ext>
            </a:extLst>
          </p:cNvPr>
          <p:cNvSpPr>
            <a:spLocks noChangeArrowheads="1"/>
          </p:cNvSpPr>
          <p:nvPr/>
        </p:nvSpPr>
        <p:spPr bwMode="auto">
          <a:xfrm>
            <a:off x="0"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1FE947B7-75F7-4DA4-86CD-DE2CA2C1DC2C}"/>
              </a:ext>
            </a:extLst>
          </p:cNvPr>
          <p:cNvPicPr>
            <a:picLocks noChangeAspect="1"/>
          </p:cNvPicPr>
          <p:nvPr/>
        </p:nvPicPr>
        <p:blipFill>
          <a:blip r:embed="rId2"/>
          <a:stretch>
            <a:fillRect/>
          </a:stretch>
        </p:blipFill>
        <p:spPr>
          <a:xfrm>
            <a:off x="1576387" y="4343400"/>
            <a:ext cx="4048125" cy="1504950"/>
          </a:xfrm>
          <a:prstGeom prst="rect">
            <a:avLst/>
          </a:prstGeom>
        </p:spPr>
      </p:pic>
    </p:spTree>
    <p:extLst>
      <p:ext uri="{BB962C8B-B14F-4D97-AF65-F5344CB8AC3E}">
        <p14:creationId xmlns:p14="http://schemas.microsoft.com/office/powerpoint/2010/main" val="1449076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C939-1F30-499F-B675-D38C5A7469E4}"/>
              </a:ext>
            </a:extLst>
          </p:cNvPr>
          <p:cNvSpPr>
            <a:spLocks noGrp="1"/>
          </p:cNvSpPr>
          <p:nvPr>
            <p:ph type="title"/>
          </p:nvPr>
        </p:nvSpPr>
        <p:spPr/>
        <p:txBody>
          <a:bodyPr/>
          <a:lstStyle/>
          <a:p>
            <a:r>
              <a:rPr lang="en-US" dirty="0"/>
              <a:t>Header</a:t>
            </a:r>
            <a:endParaRPr lang="en-IN" dirty="0"/>
          </a:p>
        </p:txBody>
      </p:sp>
      <p:sp>
        <p:nvSpPr>
          <p:cNvPr id="3" name="Text Placeholder 2">
            <a:extLst>
              <a:ext uri="{FF2B5EF4-FFF2-40B4-BE49-F238E27FC236}">
                <a16:creationId xmlns:a16="http://schemas.microsoft.com/office/drawing/2014/main" id="{A02A2EDF-A29C-41E3-9304-049B2FE3BAB6}"/>
              </a:ext>
            </a:extLst>
          </p:cNvPr>
          <p:cNvSpPr>
            <a:spLocks noGrp="1"/>
          </p:cNvSpPr>
          <p:nvPr>
            <p:ph type="body" sz="quarter" idx="12"/>
          </p:nvPr>
        </p:nvSpPr>
        <p:spPr>
          <a:xfrm>
            <a:off x="360363" y="1080000"/>
            <a:ext cx="11471275" cy="2825250"/>
          </a:xfrm>
        </p:spPr>
        <p:txBody>
          <a:bodyPr/>
          <a:lstStyle/>
          <a:p>
            <a:pPr marL="342900" indent="-342900">
              <a:lnSpc>
                <a:spcPct val="150000"/>
              </a:lnSpc>
              <a:buFont typeface="Wingdings" panose="05000000000000000000" pitchFamily="2" charset="2"/>
              <a:buChar char="ü"/>
            </a:pPr>
            <a:r>
              <a:rPr lang="en-US" b="1" i="0" dirty="0">
                <a:solidFill>
                  <a:srgbClr val="202124"/>
                </a:solidFill>
                <a:effectLst/>
                <a:latin typeface="arial" panose="020B0604020202020204" pitchFamily="34" charset="0"/>
              </a:rPr>
              <a:t>HTTP headers</a:t>
            </a:r>
            <a:r>
              <a:rPr lang="en-US" b="0" i="0" dirty="0">
                <a:solidFill>
                  <a:srgbClr val="202124"/>
                </a:solidFill>
                <a:effectLst/>
                <a:latin typeface="arial" panose="020B0604020202020204" pitchFamily="34" charset="0"/>
              </a:rPr>
              <a:t> let the client and the server pass additional information with an </a:t>
            </a:r>
            <a:r>
              <a:rPr lang="en-US" b="1" i="0" dirty="0">
                <a:solidFill>
                  <a:srgbClr val="202124"/>
                </a:solidFill>
                <a:effectLst/>
                <a:latin typeface="arial" panose="020B0604020202020204" pitchFamily="34" charset="0"/>
              </a:rPr>
              <a:t>HTTP request</a:t>
            </a:r>
            <a:r>
              <a:rPr lang="en-US" b="0" i="0" dirty="0">
                <a:solidFill>
                  <a:srgbClr val="202124"/>
                </a:solidFill>
                <a:effectLst/>
                <a:latin typeface="arial" panose="020B0604020202020204" pitchFamily="34" charset="0"/>
              </a:rPr>
              <a:t> or </a:t>
            </a:r>
            <a:r>
              <a:rPr lang="en-US" b="1" i="0" dirty="0">
                <a:solidFill>
                  <a:srgbClr val="202124"/>
                </a:solidFill>
                <a:effectLst/>
                <a:latin typeface="arial" panose="020B0604020202020204" pitchFamily="34" charset="0"/>
              </a:rPr>
              <a:t>response</a:t>
            </a:r>
            <a:endParaRPr lang="en-US" b="0" i="0" dirty="0">
              <a:solidFill>
                <a:srgbClr val="202124"/>
              </a:solidFill>
              <a:effectLst/>
              <a:latin typeface="arial" panose="020B0604020202020204" pitchFamily="34" charset="0"/>
            </a:endParaRPr>
          </a:p>
          <a:p>
            <a:pPr marL="342900" indent="-342900">
              <a:buFont typeface="Wingdings" panose="05000000000000000000" pitchFamily="2" charset="2"/>
              <a:buChar char="ü"/>
            </a:pPr>
            <a:endParaRPr lang="en-US" b="0" i="0" dirty="0">
              <a:solidFill>
                <a:srgbClr val="202124"/>
              </a:solidFill>
              <a:effectLst/>
              <a:latin typeface="arial" panose="020B0604020202020204" pitchFamily="34" charset="0"/>
            </a:endParaRPr>
          </a:p>
          <a:p>
            <a:r>
              <a:rPr lang="en-US" dirty="0">
                <a:solidFill>
                  <a:srgbClr val="202124"/>
                </a:solidFill>
                <a:latin typeface="arial" panose="020B0604020202020204" pitchFamily="34" charset="0"/>
              </a:rPr>
              <a:t>E</a:t>
            </a:r>
            <a:r>
              <a:rPr lang="en-US" b="0" i="0" dirty="0">
                <a:solidFill>
                  <a:srgbClr val="202124"/>
                </a:solidFill>
                <a:effectLst/>
                <a:latin typeface="arial" panose="020B0604020202020204" pitchFamily="34" charset="0"/>
              </a:rPr>
              <a:t>xample:</a:t>
            </a:r>
          </a:p>
          <a:p>
            <a:pPr marL="342900" indent="-342900">
              <a:buFont typeface="Wingdings" panose="05000000000000000000" pitchFamily="2" charset="2"/>
              <a:buChar char="ü"/>
            </a:pPr>
            <a:r>
              <a:rPr lang="en-US" b="0" i="0" dirty="0">
                <a:solidFill>
                  <a:srgbClr val="202124"/>
                </a:solidFill>
                <a:effectLst/>
                <a:latin typeface="arial" panose="020B0604020202020204" pitchFamily="34" charset="0"/>
              </a:rPr>
              <a:t>Accept-* </a:t>
            </a:r>
            <a:r>
              <a:rPr lang="en-US" b="1" i="0" dirty="0">
                <a:solidFill>
                  <a:srgbClr val="202124"/>
                </a:solidFill>
                <a:effectLst/>
                <a:latin typeface="arial" panose="020B0604020202020204" pitchFamily="34" charset="0"/>
              </a:rPr>
              <a:t>headers</a:t>
            </a:r>
            <a:r>
              <a:rPr lang="en-US" b="0" i="0" dirty="0">
                <a:solidFill>
                  <a:srgbClr val="202124"/>
                </a:solidFill>
                <a:effectLst/>
                <a:latin typeface="arial" panose="020B0604020202020204" pitchFamily="34" charset="0"/>
              </a:rPr>
              <a:t> indicate the allowed and preferred formats of the response</a:t>
            </a:r>
            <a:endParaRPr lang="en-IN" dirty="0"/>
          </a:p>
        </p:txBody>
      </p:sp>
      <p:sp>
        <p:nvSpPr>
          <p:cNvPr id="4" name="Slide Number Placeholder 3">
            <a:extLst>
              <a:ext uri="{FF2B5EF4-FFF2-40B4-BE49-F238E27FC236}">
                <a16:creationId xmlns:a16="http://schemas.microsoft.com/office/drawing/2014/main" id="{42E2C936-F5E5-42D6-B236-69E276B049D2}"/>
              </a:ext>
            </a:extLst>
          </p:cNvPr>
          <p:cNvSpPr>
            <a:spLocks noGrp="1"/>
          </p:cNvSpPr>
          <p:nvPr>
            <p:ph type="sldNum" sz="quarter" idx="14"/>
          </p:nvPr>
        </p:nvSpPr>
        <p:spPr/>
        <p:txBody>
          <a:bodyPr/>
          <a:lstStyle/>
          <a:p>
            <a:fld id="{058DB212-BFA2-403F-85EF-DFD3FF6D973A}" type="slidenum">
              <a:rPr lang="en-US" noProof="0" smtClean="0"/>
              <a:pPr/>
              <a:t>30</a:t>
            </a:fld>
            <a:endParaRPr lang="en-US" noProof="0"/>
          </a:p>
        </p:txBody>
      </p:sp>
    </p:spTree>
    <p:extLst>
      <p:ext uri="{BB962C8B-B14F-4D97-AF65-F5344CB8AC3E}">
        <p14:creationId xmlns:p14="http://schemas.microsoft.com/office/powerpoint/2010/main" val="2569263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20B77-C967-43D6-824D-2BEA39C86912}"/>
              </a:ext>
            </a:extLst>
          </p:cNvPr>
          <p:cNvSpPr>
            <a:spLocks noGrp="1"/>
          </p:cNvSpPr>
          <p:nvPr>
            <p:ph type="title"/>
          </p:nvPr>
        </p:nvSpPr>
        <p:spPr/>
        <p:txBody>
          <a:bodyPr/>
          <a:lstStyle/>
          <a:p>
            <a:r>
              <a:rPr lang="en-US" dirty="0"/>
              <a:t>All Headers</a:t>
            </a:r>
            <a:endParaRPr lang="en-IN" dirty="0"/>
          </a:p>
        </p:txBody>
      </p:sp>
      <p:sp>
        <p:nvSpPr>
          <p:cNvPr id="4" name="Slide Number Placeholder 3">
            <a:extLst>
              <a:ext uri="{FF2B5EF4-FFF2-40B4-BE49-F238E27FC236}">
                <a16:creationId xmlns:a16="http://schemas.microsoft.com/office/drawing/2014/main" id="{4CA19EAB-81C6-41FA-A369-3D203DD2EE8F}"/>
              </a:ext>
            </a:extLst>
          </p:cNvPr>
          <p:cNvSpPr>
            <a:spLocks noGrp="1"/>
          </p:cNvSpPr>
          <p:nvPr>
            <p:ph type="sldNum" sz="quarter" idx="14"/>
          </p:nvPr>
        </p:nvSpPr>
        <p:spPr/>
        <p:txBody>
          <a:bodyPr/>
          <a:lstStyle/>
          <a:p>
            <a:fld id="{058DB212-BFA2-403F-85EF-DFD3FF6D973A}" type="slidenum">
              <a:rPr lang="en-US" noProof="0" smtClean="0"/>
              <a:pPr/>
              <a:t>31</a:t>
            </a:fld>
            <a:endParaRPr lang="en-US" noProof="0"/>
          </a:p>
        </p:txBody>
      </p:sp>
      <p:graphicFrame>
        <p:nvGraphicFramePr>
          <p:cNvPr id="5" name="Table 4">
            <a:extLst>
              <a:ext uri="{FF2B5EF4-FFF2-40B4-BE49-F238E27FC236}">
                <a16:creationId xmlns:a16="http://schemas.microsoft.com/office/drawing/2014/main" id="{4B51EEAF-628B-482D-9442-513FEFCFEA70}"/>
              </a:ext>
            </a:extLst>
          </p:cNvPr>
          <p:cNvGraphicFramePr>
            <a:graphicFrameLocks noGrp="1"/>
          </p:cNvGraphicFramePr>
          <p:nvPr>
            <p:extLst>
              <p:ext uri="{D42A27DB-BD31-4B8C-83A1-F6EECF244321}">
                <p14:modId xmlns:p14="http://schemas.microsoft.com/office/powerpoint/2010/main" val="2274880918"/>
              </p:ext>
            </p:extLst>
          </p:nvPr>
        </p:nvGraphicFramePr>
        <p:xfrm>
          <a:off x="1619192" y="2254384"/>
          <a:ext cx="9504528" cy="2034540"/>
        </p:xfrm>
        <a:graphic>
          <a:graphicData uri="http://schemas.openxmlformats.org/drawingml/2006/table">
            <a:tbl>
              <a:tblPr/>
              <a:tblGrid>
                <a:gridCol w="2526680">
                  <a:extLst>
                    <a:ext uri="{9D8B030D-6E8A-4147-A177-3AD203B41FA5}">
                      <a16:colId xmlns:a16="http://schemas.microsoft.com/office/drawing/2014/main" val="137691540"/>
                    </a:ext>
                  </a:extLst>
                </a:gridCol>
                <a:gridCol w="3809672">
                  <a:extLst>
                    <a:ext uri="{9D8B030D-6E8A-4147-A177-3AD203B41FA5}">
                      <a16:colId xmlns:a16="http://schemas.microsoft.com/office/drawing/2014/main" val="1871699367"/>
                    </a:ext>
                  </a:extLst>
                </a:gridCol>
                <a:gridCol w="3168176">
                  <a:extLst>
                    <a:ext uri="{9D8B030D-6E8A-4147-A177-3AD203B41FA5}">
                      <a16:colId xmlns:a16="http://schemas.microsoft.com/office/drawing/2014/main" val="1883715707"/>
                    </a:ext>
                  </a:extLst>
                </a:gridCol>
              </a:tblGrid>
              <a:tr h="0">
                <a:tc>
                  <a:txBody>
                    <a:bodyPr/>
                    <a:lstStyle/>
                    <a:p>
                      <a:pPr algn="l" fontAlgn="t"/>
                      <a:r>
                        <a:rPr lang="en-US" u="none" strike="noStrike" dirty="0">
                          <a:solidFill>
                            <a:srgbClr val="0070C0"/>
                          </a:solidFill>
                          <a:effectLst/>
                          <a:hlinkClick r:id="rId2">
                            <a:extLst>
                              <a:ext uri="{A12FA001-AC4F-418D-AE19-62706E023703}">
                                <ahyp:hlinkClr xmlns:ahyp="http://schemas.microsoft.com/office/drawing/2018/hyperlinkcolor" val="tx"/>
                              </a:ext>
                            </a:extLst>
                          </a:hlinkClick>
                        </a:rPr>
                        <a:t>Authorization</a:t>
                      </a:r>
                      <a:r>
                        <a:rPr lang="en-US" u="none" strike="noStrike" dirty="0">
                          <a:solidFill>
                            <a:srgbClr val="0070C0"/>
                          </a:solidFill>
                          <a:effectLst/>
                        </a:rPr>
                        <a:t> </a:t>
                      </a:r>
                      <a:br>
                        <a:rPr lang="en-US" dirty="0">
                          <a:solidFill>
                            <a:srgbClr val="0070C0"/>
                          </a:solidFill>
                          <a:effectLst/>
                        </a:rPr>
                      </a:br>
                      <a:r>
                        <a:rPr lang="en-US" u="none" strike="noStrike" dirty="0">
                          <a:solidFill>
                            <a:srgbClr val="0070C0"/>
                          </a:solidFill>
                          <a:effectLst/>
                          <a:hlinkClick r:id="rId3">
                            <a:extLst>
                              <a:ext uri="{A12FA001-AC4F-418D-AE19-62706E023703}">
                                <ahyp:hlinkClr xmlns:ahyp="http://schemas.microsoft.com/office/drawing/2018/hyperlinkcolor" val="tx"/>
                              </a:ext>
                            </a:extLst>
                          </a:hlinkClick>
                        </a:rPr>
                        <a:t>Content-ID</a:t>
                      </a:r>
                      <a:br>
                        <a:rPr lang="en-US" dirty="0">
                          <a:solidFill>
                            <a:srgbClr val="0070C0"/>
                          </a:solidFill>
                          <a:effectLst/>
                        </a:rPr>
                      </a:br>
                      <a:r>
                        <a:rPr lang="en-US" u="none" strike="noStrike" dirty="0">
                          <a:solidFill>
                            <a:srgbClr val="0070C0"/>
                          </a:solidFill>
                          <a:effectLst/>
                          <a:hlinkClick r:id="rId4">
                            <a:extLst>
                              <a:ext uri="{A12FA001-AC4F-418D-AE19-62706E023703}">
                                <ahyp:hlinkClr xmlns:ahyp="http://schemas.microsoft.com/office/drawing/2018/hyperlinkcolor" val="tx"/>
                              </a:ext>
                            </a:extLst>
                          </a:hlinkClick>
                        </a:rPr>
                        <a:t>Content-Length</a:t>
                      </a:r>
                      <a:br>
                        <a:rPr lang="en-US" dirty="0">
                          <a:solidFill>
                            <a:srgbClr val="0070C0"/>
                          </a:solidFill>
                          <a:effectLst/>
                        </a:rPr>
                      </a:br>
                      <a:r>
                        <a:rPr lang="en-US" u="none" strike="noStrike" dirty="0">
                          <a:solidFill>
                            <a:srgbClr val="0070C0"/>
                          </a:solidFill>
                          <a:effectLst/>
                          <a:hlinkClick r:id="rId5">
                            <a:extLst>
                              <a:ext uri="{A12FA001-AC4F-418D-AE19-62706E023703}">
                                <ahyp:hlinkClr xmlns:ahyp="http://schemas.microsoft.com/office/drawing/2018/hyperlinkcolor" val="tx"/>
                              </a:ext>
                            </a:extLst>
                          </a:hlinkClick>
                        </a:rPr>
                        <a:t>Content-Range</a:t>
                      </a:r>
                      <a:br>
                        <a:rPr lang="en-US" dirty="0">
                          <a:solidFill>
                            <a:srgbClr val="0070C0"/>
                          </a:solidFill>
                          <a:effectLst/>
                        </a:rPr>
                      </a:br>
                      <a:endParaRPr lang="en-US" dirty="0">
                        <a:solidFill>
                          <a:srgbClr val="0070C0"/>
                        </a:solidFill>
                        <a:effectLst/>
                      </a:endParaRPr>
                    </a:p>
                  </a:txBody>
                  <a:tcPr marL="60960" marR="60960" marT="53340" marB="609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tcPr>
                </a:tc>
                <a:tc>
                  <a:txBody>
                    <a:bodyPr/>
                    <a:lstStyle/>
                    <a:p>
                      <a:pPr algn="l" fontAlgn="t"/>
                      <a:r>
                        <a:rPr lang="fr-FR" u="none" strike="noStrike" dirty="0">
                          <a:solidFill>
                            <a:srgbClr val="0070C0"/>
                          </a:solidFill>
                          <a:effectLst/>
                          <a:hlinkClick r:id="rId6">
                            <a:extLst>
                              <a:ext uri="{A12FA001-AC4F-418D-AE19-62706E023703}">
                                <ahyp:hlinkClr xmlns:ahyp="http://schemas.microsoft.com/office/drawing/2018/hyperlinkcolor" val="tx"/>
                              </a:ext>
                            </a:extLst>
                          </a:hlinkClick>
                        </a:rPr>
                        <a:t>Content-Type</a:t>
                      </a:r>
                      <a:r>
                        <a:rPr lang="fr-FR" u="none" strike="noStrike" dirty="0">
                          <a:solidFill>
                            <a:srgbClr val="0070C0"/>
                          </a:solidFill>
                          <a:effectLst/>
                        </a:rPr>
                        <a:t> </a:t>
                      </a:r>
                      <a:br>
                        <a:rPr lang="fr-FR" dirty="0">
                          <a:solidFill>
                            <a:srgbClr val="0070C0"/>
                          </a:solidFill>
                          <a:effectLst/>
                        </a:rPr>
                      </a:br>
                      <a:r>
                        <a:rPr lang="fr-FR" u="sng" dirty="0">
                          <a:solidFill>
                            <a:srgbClr val="0070C0"/>
                          </a:solidFill>
                          <a:effectLst/>
                          <a:hlinkClick r:id="rId7">
                            <a:extLst>
                              <a:ext uri="{A12FA001-AC4F-418D-AE19-62706E023703}">
                                <ahyp:hlinkClr xmlns:ahyp="http://schemas.microsoft.com/office/drawing/2018/hyperlinkcolor" val="tx"/>
                              </a:ext>
                            </a:extLst>
                          </a:hlinkClick>
                        </a:rPr>
                        <a:t>Date</a:t>
                      </a:r>
                      <a:r>
                        <a:rPr lang="fr-FR" u="sng" dirty="0">
                          <a:solidFill>
                            <a:srgbClr val="0070C0"/>
                          </a:solidFill>
                          <a:effectLst/>
                        </a:rPr>
                        <a:t> </a:t>
                      </a:r>
                    </a:p>
                    <a:p>
                      <a:pPr marL="0" marR="0" lvl="0" indent="0" algn="l" defTabSz="914400" rtl="0" eaLnBrk="1" fontAlgn="t" latinLnBrk="0" hangingPunct="1">
                        <a:lnSpc>
                          <a:spcPct val="100000"/>
                        </a:lnSpc>
                        <a:spcBef>
                          <a:spcPts val="0"/>
                        </a:spcBef>
                        <a:spcAft>
                          <a:spcPts val="0"/>
                        </a:spcAft>
                        <a:buClrTx/>
                        <a:buSzTx/>
                        <a:buFontTx/>
                        <a:buNone/>
                        <a:tabLst/>
                        <a:defRPr/>
                      </a:pPr>
                      <a:r>
                        <a:rPr lang="en-US" u="none" strike="noStrike" dirty="0">
                          <a:solidFill>
                            <a:srgbClr val="0070C0"/>
                          </a:solidFill>
                          <a:effectLst/>
                          <a:hlinkClick r:id="rId8">
                            <a:extLst>
                              <a:ext uri="{A12FA001-AC4F-418D-AE19-62706E023703}">
                                <ahyp:hlinkClr xmlns:ahyp="http://schemas.microsoft.com/office/drawing/2018/hyperlinkcolor" val="tx"/>
                              </a:ext>
                            </a:extLst>
                          </a:hlinkClick>
                        </a:rPr>
                        <a:t>Host</a:t>
                      </a:r>
                      <a:br>
                        <a:rPr lang="en-US" dirty="0">
                          <a:solidFill>
                            <a:srgbClr val="0070C0"/>
                          </a:solidFill>
                          <a:effectLst/>
                        </a:rPr>
                      </a:br>
                      <a:r>
                        <a:rPr lang="en-US" u="none" strike="noStrike" dirty="0">
                          <a:solidFill>
                            <a:srgbClr val="0070C0"/>
                          </a:solidFill>
                          <a:effectLst/>
                          <a:hlinkClick r:id="rId9">
                            <a:extLst>
                              <a:ext uri="{A12FA001-AC4F-418D-AE19-62706E023703}">
                                <ahyp:hlinkClr xmlns:ahyp="http://schemas.microsoft.com/office/drawing/2018/hyperlinkcolor" val="tx"/>
                              </a:ext>
                            </a:extLst>
                          </a:hlinkClick>
                        </a:rPr>
                        <a:t>Range</a:t>
                      </a:r>
                      <a:r>
                        <a:rPr lang="en-US" u="none" strike="noStrike" dirty="0">
                          <a:solidFill>
                            <a:srgbClr val="0070C0"/>
                          </a:solidFill>
                          <a:effectLst/>
                        </a:rPr>
                        <a:t> </a:t>
                      </a:r>
                      <a:endParaRPr lang="en-US" dirty="0">
                        <a:solidFill>
                          <a:srgbClr val="0070C0"/>
                        </a:solidFill>
                        <a:effectLst/>
                      </a:endParaRPr>
                    </a:p>
                    <a:p>
                      <a:pPr algn="l" fontAlgn="t"/>
                      <a:br>
                        <a:rPr lang="fr-FR" dirty="0">
                          <a:solidFill>
                            <a:srgbClr val="0070C0"/>
                          </a:solidFill>
                          <a:effectLst/>
                        </a:rPr>
                      </a:br>
                      <a:br>
                        <a:rPr lang="fr-FR" dirty="0">
                          <a:solidFill>
                            <a:srgbClr val="0070C0"/>
                          </a:solidFill>
                          <a:effectLst/>
                        </a:rPr>
                      </a:br>
                      <a:endParaRPr lang="fr-FR" dirty="0">
                        <a:solidFill>
                          <a:srgbClr val="0070C0"/>
                        </a:solidFill>
                        <a:effectLst/>
                      </a:endParaRPr>
                    </a:p>
                  </a:txBody>
                  <a:tcPr marL="60960" marR="60960" marT="53340" marB="609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tcPr>
                </a:tc>
                <a:tc>
                  <a:txBody>
                    <a:bodyPr/>
                    <a:lstStyle/>
                    <a:p>
                      <a:pPr algn="l" fontAlgn="t"/>
                      <a:endParaRPr lang="en-US" dirty="0">
                        <a:solidFill>
                          <a:srgbClr val="0070C0"/>
                        </a:solidFill>
                        <a:effectLst/>
                      </a:endParaRPr>
                    </a:p>
                  </a:txBody>
                  <a:tcPr marL="60960" marR="60960" marT="53340" marB="60960">
                    <a:lnL>
                      <a:noFill/>
                    </a:lnL>
                    <a:lnR>
                      <a:noFill/>
                    </a:lnR>
                    <a:lnT w="7620" cap="flat" cmpd="sng" algn="ctr">
                      <a:solidFill>
                        <a:srgbClr val="DADCE0"/>
                      </a:solidFill>
                      <a:prstDash val="solid"/>
                      <a:round/>
                      <a:headEnd type="none" w="med" len="med"/>
                      <a:tailEnd type="none" w="med" len="med"/>
                    </a:lnT>
                    <a:lnB w="762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4162616459"/>
                  </a:ext>
                </a:extLst>
              </a:tr>
            </a:tbl>
          </a:graphicData>
        </a:graphic>
      </p:graphicFrame>
      <p:sp>
        <p:nvSpPr>
          <p:cNvPr id="6" name="Rectangle 1">
            <a:extLst>
              <a:ext uri="{FF2B5EF4-FFF2-40B4-BE49-F238E27FC236}">
                <a16:creationId xmlns:a16="http://schemas.microsoft.com/office/drawing/2014/main" id="{BD3CC7A6-F807-4B86-B311-4E5C2D860722}"/>
              </a:ext>
            </a:extLst>
          </p:cNvPr>
          <p:cNvSpPr>
            <a:spLocks noGrp="1" noChangeArrowheads="1"/>
          </p:cNvSpPr>
          <p:nvPr>
            <p:ph type="body" sz="quarter" idx="12"/>
          </p:nvPr>
        </p:nvSpPr>
        <p:spPr bwMode="auto">
          <a:xfrm>
            <a:off x="431021" y="1315074"/>
            <a:ext cx="7851845"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02124"/>
                </a:solidFill>
                <a:effectLst/>
                <a:latin typeface="Roboto"/>
              </a:rPr>
              <a:t>The JSON API uses the following standard HTTP headers:</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71767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42DBF-3802-4BAF-A7F8-4EF97E2154C2}"/>
              </a:ext>
            </a:extLst>
          </p:cNvPr>
          <p:cNvSpPr>
            <a:spLocks noGrp="1"/>
          </p:cNvSpPr>
          <p:nvPr>
            <p:ph type="title"/>
          </p:nvPr>
        </p:nvSpPr>
        <p:spPr/>
        <p:txBody>
          <a:bodyPr/>
          <a:lstStyle/>
          <a:p>
            <a:r>
              <a:rPr lang="en-US" altLang="en-US" dirty="0">
                <a:solidFill>
                  <a:srgbClr val="202124"/>
                </a:solidFill>
                <a:latin typeface="Tw Cen MT (Headings)"/>
              </a:rPr>
              <a:t>Request Header</a:t>
            </a:r>
            <a:endParaRPr lang="en-IN" dirty="0">
              <a:latin typeface="Tw Cen MT (Headings)"/>
            </a:endParaRPr>
          </a:p>
        </p:txBody>
      </p:sp>
      <p:sp>
        <p:nvSpPr>
          <p:cNvPr id="3" name="Text Placeholder 2">
            <a:extLst>
              <a:ext uri="{FF2B5EF4-FFF2-40B4-BE49-F238E27FC236}">
                <a16:creationId xmlns:a16="http://schemas.microsoft.com/office/drawing/2014/main" id="{9753896C-05FE-46B7-A541-3D1FE3B1FF4E}"/>
              </a:ext>
            </a:extLst>
          </p:cNvPr>
          <p:cNvSpPr>
            <a:spLocks noGrp="1"/>
          </p:cNvSpPr>
          <p:nvPr>
            <p:ph type="body" sz="quarter" idx="12"/>
          </p:nvPr>
        </p:nvSpPr>
        <p:spPr>
          <a:xfrm>
            <a:off x="360363" y="1079999"/>
            <a:ext cx="11471275" cy="5044575"/>
          </a:xfrm>
        </p:spPr>
        <p:txBody>
          <a:bodyPr/>
          <a:lstStyle/>
          <a:p>
            <a:pPr marL="342900" indent="-342900">
              <a:lnSpc>
                <a:spcPct val="150000"/>
              </a:lnSpc>
              <a:buFont typeface="Wingdings" panose="05000000000000000000" pitchFamily="2" charset="2"/>
              <a:buChar char="ü"/>
            </a:pPr>
            <a:r>
              <a:rPr lang="en-US" altLang="en-US" dirty="0">
                <a:solidFill>
                  <a:srgbClr val="202124"/>
                </a:solidFill>
                <a:latin typeface="arial" panose="020B0604020202020204" pitchFamily="34" charset="0"/>
              </a:rPr>
              <a:t>A client sends request header fields to provide more information about the request context, make the request conditional based on </a:t>
            </a:r>
          </a:p>
          <a:p>
            <a:pPr>
              <a:lnSpc>
                <a:spcPct val="150000"/>
              </a:lnSpc>
            </a:pPr>
            <a:r>
              <a:rPr lang="en-US" altLang="en-US" dirty="0">
                <a:solidFill>
                  <a:srgbClr val="202124"/>
                </a:solidFill>
                <a:latin typeface="arial" panose="020B0604020202020204" pitchFamily="34" charset="0"/>
              </a:rPr>
              <a:t>		the target resource state, </a:t>
            </a:r>
          </a:p>
          <a:p>
            <a:pPr>
              <a:lnSpc>
                <a:spcPct val="150000"/>
              </a:lnSpc>
            </a:pPr>
            <a:r>
              <a:rPr lang="en-US" altLang="en-US" dirty="0">
                <a:solidFill>
                  <a:srgbClr val="202124"/>
                </a:solidFill>
                <a:latin typeface="arial" panose="020B0604020202020204" pitchFamily="34" charset="0"/>
              </a:rPr>
              <a:t>		suggest preferred formats for the response, </a:t>
            </a:r>
          </a:p>
          <a:p>
            <a:pPr>
              <a:lnSpc>
                <a:spcPct val="150000"/>
              </a:lnSpc>
            </a:pPr>
            <a:r>
              <a:rPr lang="en-US" altLang="en-US" dirty="0">
                <a:solidFill>
                  <a:srgbClr val="202124"/>
                </a:solidFill>
                <a:latin typeface="arial" panose="020B0604020202020204" pitchFamily="34" charset="0"/>
              </a:rPr>
              <a:t>		supply authentication credentials, or </a:t>
            </a:r>
          </a:p>
          <a:p>
            <a:pPr>
              <a:lnSpc>
                <a:spcPct val="150000"/>
              </a:lnSpc>
            </a:pPr>
            <a:r>
              <a:rPr lang="en-US" altLang="en-US" dirty="0">
                <a:solidFill>
                  <a:srgbClr val="202124"/>
                </a:solidFill>
                <a:latin typeface="arial" panose="020B0604020202020204" pitchFamily="34" charset="0"/>
              </a:rPr>
              <a:t>		modify the expected request processing. </a:t>
            </a:r>
          </a:p>
          <a:p>
            <a:pPr>
              <a:lnSpc>
                <a:spcPct val="150000"/>
              </a:lnSpc>
            </a:pPr>
            <a:endParaRPr lang="en-US" altLang="en-US" sz="900" dirty="0">
              <a:solidFill>
                <a:srgbClr val="202124"/>
              </a:solidFill>
              <a:latin typeface="arial" panose="020B0604020202020204" pitchFamily="34" charset="0"/>
            </a:endParaRPr>
          </a:p>
          <a:p>
            <a:pPr marL="342900" indent="-342900">
              <a:lnSpc>
                <a:spcPct val="150000"/>
              </a:lnSpc>
              <a:buFont typeface="Wingdings" panose="05000000000000000000" pitchFamily="2" charset="2"/>
              <a:buChar char="ü"/>
            </a:pPr>
            <a:r>
              <a:rPr lang="en-US" altLang="en-US" dirty="0">
                <a:solidFill>
                  <a:srgbClr val="202124"/>
                </a:solidFill>
                <a:latin typeface="arial" panose="020B0604020202020204" pitchFamily="34" charset="0"/>
              </a:rPr>
              <a:t>These fields act as request modifiers, similar to the parameters on a programming language method invocation. </a:t>
            </a:r>
          </a:p>
          <a:p>
            <a:endParaRPr lang="en-IN" dirty="0"/>
          </a:p>
        </p:txBody>
      </p:sp>
      <p:sp>
        <p:nvSpPr>
          <p:cNvPr id="4" name="Slide Number Placeholder 3">
            <a:extLst>
              <a:ext uri="{FF2B5EF4-FFF2-40B4-BE49-F238E27FC236}">
                <a16:creationId xmlns:a16="http://schemas.microsoft.com/office/drawing/2014/main" id="{6FBAE3C4-C9B9-4799-A374-0DBC74D3EB73}"/>
              </a:ext>
            </a:extLst>
          </p:cNvPr>
          <p:cNvSpPr>
            <a:spLocks noGrp="1"/>
          </p:cNvSpPr>
          <p:nvPr>
            <p:ph type="sldNum" sz="quarter" idx="14"/>
          </p:nvPr>
        </p:nvSpPr>
        <p:spPr/>
        <p:txBody>
          <a:bodyPr/>
          <a:lstStyle/>
          <a:p>
            <a:fld id="{058DB212-BFA2-403F-85EF-DFD3FF6D973A}" type="slidenum">
              <a:rPr lang="en-US" noProof="0" smtClean="0"/>
              <a:pPr/>
              <a:t>32</a:t>
            </a:fld>
            <a:endParaRPr lang="en-US" noProof="0"/>
          </a:p>
        </p:txBody>
      </p:sp>
    </p:spTree>
    <p:extLst>
      <p:ext uri="{BB962C8B-B14F-4D97-AF65-F5344CB8AC3E}">
        <p14:creationId xmlns:p14="http://schemas.microsoft.com/office/powerpoint/2010/main" val="1751371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E4FE-CF07-4CA3-A673-98C15141B108}"/>
              </a:ext>
            </a:extLst>
          </p:cNvPr>
          <p:cNvSpPr>
            <a:spLocks noGrp="1"/>
          </p:cNvSpPr>
          <p:nvPr>
            <p:ph type="title"/>
          </p:nvPr>
        </p:nvSpPr>
        <p:spPr>
          <a:xfrm>
            <a:off x="365256" y="364650"/>
            <a:ext cx="11473200" cy="540000"/>
          </a:xfrm>
        </p:spPr>
        <p:txBody>
          <a:bodyPr/>
          <a:lstStyle/>
          <a:p>
            <a:r>
              <a:rPr lang="en-US" dirty="0"/>
              <a:t>Response Header</a:t>
            </a:r>
            <a:endParaRPr lang="en-IN" dirty="0"/>
          </a:p>
        </p:txBody>
      </p:sp>
      <p:sp>
        <p:nvSpPr>
          <p:cNvPr id="3" name="Text Placeholder 2">
            <a:extLst>
              <a:ext uri="{FF2B5EF4-FFF2-40B4-BE49-F238E27FC236}">
                <a16:creationId xmlns:a16="http://schemas.microsoft.com/office/drawing/2014/main" id="{A1B985E5-E189-483C-B5D2-52AE5E70766C}"/>
              </a:ext>
            </a:extLst>
          </p:cNvPr>
          <p:cNvSpPr>
            <a:spLocks noGrp="1"/>
          </p:cNvSpPr>
          <p:nvPr>
            <p:ph type="body" sz="quarter" idx="12"/>
          </p:nvPr>
        </p:nvSpPr>
        <p:spPr>
          <a:xfrm>
            <a:off x="360363" y="1080000"/>
            <a:ext cx="11471275" cy="4882650"/>
          </a:xfrm>
        </p:spPr>
        <p:txBody>
          <a:bodyPr/>
          <a:lstStyle/>
          <a:p>
            <a:pPr marL="342900" indent="-342900" eaLnBrk="0" fontAlgn="base" hangingPunct="0">
              <a:lnSpc>
                <a:spcPct val="100000"/>
              </a:lnSpc>
              <a:spcBef>
                <a:spcPct val="0"/>
              </a:spcBef>
              <a:spcAft>
                <a:spcPct val="0"/>
              </a:spcAft>
              <a:buFont typeface="Wingdings" panose="05000000000000000000" pitchFamily="2" charset="2"/>
              <a:buChar char="ü"/>
            </a:pPr>
            <a:r>
              <a:rPr kumimoji="0" lang="en-US" altLang="en-US" sz="2400" b="0" i="0" u="none" strike="noStrike" cap="none" normalizeH="0" baseline="0" dirty="0">
                <a:ln>
                  <a:noFill/>
                </a:ln>
                <a:solidFill>
                  <a:srgbClr val="000000"/>
                </a:solidFill>
                <a:effectLst/>
                <a:latin typeface="Arial Unicode MS"/>
              </a:rPr>
              <a:t>The response header fields allow the server to pass additional information about the response beyond what is placed in the status- line. </a:t>
            </a:r>
          </a:p>
          <a:p>
            <a:pPr marL="342900" indent="-342900" eaLnBrk="0" fontAlgn="base" hangingPunct="0">
              <a:lnSpc>
                <a:spcPct val="100000"/>
              </a:lnSpc>
              <a:spcBef>
                <a:spcPct val="0"/>
              </a:spcBef>
              <a:spcAft>
                <a:spcPct val="0"/>
              </a:spcAft>
              <a:buFont typeface="Wingdings" panose="05000000000000000000" pitchFamily="2" charset="2"/>
              <a:buChar char="ü"/>
            </a:pPr>
            <a:endParaRPr lang="en-US" altLang="en-US" sz="2400" dirty="0">
              <a:solidFill>
                <a:srgbClr val="000000"/>
              </a:solidFill>
              <a:latin typeface="Arial Unicode MS"/>
            </a:endParaRPr>
          </a:p>
          <a:p>
            <a:pPr marL="342900" indent="-342900" eaLnBrk="0" fontAlgn="base" hangingPunct="0">
              <a:lnSpc>
                <a:spcPct val="100000"/>
              </a:lnSpc>
              <a:spcBef>
                <a:spcPct val="0"/>
              </a:spcBef>
              <a:spcAft>
                <a:spcPct val="0"/>
              </a:spcAft>
              <a:buFont typeface="Wingdings" panose="05000000000000000000" pitchFamily="2" charset="2"/>
              <a:buChar char="ü"/>
            </a:pPr>
            <a:r>
              <a:rPr kumimoji="0" lang="en-US" altLang="en-US" sz="2400" b="0" i="0" u="none" strike="noStrike" cap="none" normalizeH="0" baseline="0" dirty="0">
                <a:ln>
                  <a:noFill/>
                </a:ln>
                <a:solidFill>
                  <a:srgbClr val="000000"/>
                </a:solidFill>
                <a:effectLst/>
                <a:latin typeface="Arial Unicode MS"/>
              </a:rPr>
              <a:t>These header fields give information about the server, about further access to the target resource, or about related resources.</a:t>
            </a:r>
          </a:p>
          <a:p>
            <a:pPr marL="342900" indent="-342900" eaLnBrk="0" fontAlgn="base" hangingPunct="0">
              <a:lnSpc>
                <a:spcPct val="100000"/>
              </a:lnSpc>
              <a:spcBef>
                <a:spcPct val="0"/>
              </a:spcBef>
              <a:spcAft>
                <a:spcPct val="0"/>
              </a:spcAft>
              <a:buFont typeface="Wingdings" panose="05000000000000000000" pitchFamily="2" charset="2"/>
              <a:buChar char="ü"/>
            </a:pPr>
            <a:endParaRPr lang="en-US" altLang="en-US" sz="2400" dirty="0">
              <a:solidFill>
                <a:srgbClr val="000000"/>
              </a:solidFill>
              <a:latin typeface="Arial Unicode MS"/>
            </a:endParaRPr>
          </a:p>
          <a:p>
            <a:pPr marL="342900" indent="-342900" eaLnBrk="0" fontAlgn="base" hangingPunct="0">
              <a:lnSpc>
                <a:spcPct val="100000"/>
              </a:lnSpc>
              <a:spcBef>
                <a:spcPct val="0"/>
              </a:spcBef>
              <a:spcAft>
                <a:spcPct val="0"/>
              </a:spcAft>
              <a:buFont typeface="Wingdings" panose="05000000000000000000" pitchFamily="2" charset="2"/>
              <a:buChar char="ü"/>
            </a:pPr>
            <a:r>
              <a:rPr kumimoji="0" lang="en-US" altLang="en-US" sz="2400" b="0" i="0" u="none" strike="noStrike" cap="none" normalizeH="0" baseline="0" dirty="0">
                <a:ln>
                  <a:noFill/>
                </a:ln>
                <a:solidFill>
                  <a:srgbClr val="000000"/>
                </a:solidFill>
                <a:effectLst/>
                <a:latin typeface="Arial Unicode MS"/>
              </a:rPr>
              <a:t> Although each response header field has a defined meaning, in general, the precise semantics might be further refined by the semantics of the request method and/or response status code.</a:t>
            </a:r>
            <a:r>
              <a:rPr kumimoji="0" lang="en-US" altLang="en-US" sz="2000" b="0" i="0" u="none" strike="noStrike" cap="none" normalizeH="0" baseline="0" dirty="0">
                <a:ln>
                  <a:noFill/>
                </a:ln>
                <a:solidFill>
                  <a:schemeClr val="tx1"/>
                </a:solidFill>
                <a:effectLst/>
              </a:rPr>
              <a:t> </a:t>
            </a:r>
            <a:endParaRPr kumimoji="0" lang="en-US" altLang="en-US" sz="5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9EE955D6-B4CF-4ECD-82A8-F5F17AEC0E45}"/>
              </a:ext>
            </a:extLst>
          </p:cNvPr>
          <p:cNvSpPr>
            <a:spLocks noGrp="1"/>
          </p:cNvSpPr>
          <p:nvPr>
            <p:ph type="sldNum" sz="quarter" idx="14"/>
          </p:nvPr>
        </p:nvSpPr>
        <p:spPr/>
        <p:txBody>
          <a:bodyPr/>
          <a:lstStyle/>
          <a:p>
            <a:fld id="{058DB212-BFA2-403F-85EF-DFD3FF6D973A}" type="slidenum">
              <a:rPr lang="en-US" noProof="0" smtClean="0"/>
              <a:pPr/>
              <a:t>33</a:t>
            </a:fld>
            <a:endParaRPr lang="en-US" noProof="0"/>
          </a:p>
        </p:txBody>
      </p:sp>
    </p:spTree>
    <p:extLst>
      <p:ext uri="{BB962C8B-B14F-4D97-AF65-F5344CB8AC3E}">
        <p14:creationId xmlns:p14="http://schemas.microsoft.com/office/powerpoint/2010/main" val="3801761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2E4D-604C-4B89-BC8F-85C92315D923}"/>
              </a:ext>
            </a:extLst>
          </p:cNvPr>
          <p:cNvSpPr>
            <a:spLocks noGrp="1"/>
          </p:cNvSpPr>
          <p:nvPr>
            <p:ph type="title"/>
          </p:nvPr>
        </p:nvSpPr>
        <p:spPr/>
        <p:txBody>
          <a:bodyPr/>
          <a:lstStyle/>
          <a:p>
            <a:r>
              <a:rPr lang="en-US" dirty="0"/>
              <a:t>Accept &amp; Content-Type</a:t>
            </a:r>
            <a:endParaRPr lang="en-IN" dirty="0"/>
          </a:p>
        </p:txBody>
      </p:sp>
      <p:sp>
        <p:nvSpPr>
          <p:cNvPr id="3" name="Text Placeholder 2">
            <a:extLst>
              <a:ext uri="{FF2B5EF4-FFF2-40B4-BE49-F238E27FC236}">
                <a16:creationId xmlns:a16="http://schemas.microsoft.com/office/drawing/2014/main" id="{151FBCAD-527E-4A8B-915A-5C83D376AD43}"/>
              </a:ext>
            </a:extLst>
          </p:cNvPr>
          <p:cNvSpPr>
            <a:spLocks noGrp="1"/>
          </p:cNvSpPr>
          <p:nvPr>
            <p:ph type="body" sz="quarter" idx="12"/>
          </p:nvPr>
        </p:nvSpPr>
        <p:spPr>
          <a:xfrm>
            <a:off x="360363" y="1466360"/>
            <a:ext cx="11471275" cy="4553439"/>
          </a:xfrm>
        </p:spPr>
        <p:txBody>
          <a:bodyPr/>
          <a:lstStyle/>
          <a:p>
            <a:r>
              <a:rPr kumimoji="0" lang="en-US" altLang="en-US" sz="2400" b="0" i="0" u="sng" strike="noStrike" cap="none" normalizeH="0" baseline="0" dirty="0">
                <a:ln>
                  <a:noFill/>
                </a:ln>
                <a:solidFill>
                  <a:schemeClr val="tx1"/>
                </a:solidFill>
                <a:effectLst/>
                <a:latin typeface="inherit"/>
              </a:rPr>
              <a:t>Accept</a:t>
            </a:r>
          </a:p>
          <a:p>
            <a:r>
              <a:rPr kumimoji="0" lang="en-US" altLang="en-US" sz="2400" b="0" i="0" u="none" strike="noStrike" cap="none" normalizeH="0" baseline="0" dirty="0">
                <a:ln>
                  <a:noFill/>
                </a:ln>
                <a:solidFill>
                  <a:schemeClr val="tx1"/>
                </a:solidFill>
                <a:effectLst/>
                <a:latin typeface="inherit"/>
              </a:rPr>
              <a:t>The "Accept" header field can be used by user agents to specify </a:t>
            </a:r>
            <a:r>
              <a:rPr kumimoji="0" lang="en-US" altLang="en-US" sz="2400" b="1" i="0" u="none" strike="noStrike" cap="none" normalizeH="0" baseline="0" dirty="0">
                <a:ln>
                  <a:noFill/>
                </a:ln>
                <a:solidFill>
                  <a:schemeClr val="tx1"/>
                </a:solidFill>
                <a:effectLst/>
                <a:latin typeface="inherit"/>
              </a:rPr>
              <a:t>response</a:t>
            </a:r>
            <a:r>
              <a:rPr kumimoji="0" lang="en-US" altLang="en-US" sz="2400" b="0" i="0" u="none" strike="noStrike" cap="none" normalizeH="0" baseline="0" dirty="0">
                <a:ln>
                  <a:noFill/>
                </a:ln>
                <a:solidFill>
                  <a:schemeClr val="tx1"/>
                </a:solidFill>
                <a:effectLst/>
                <a:latin typeface="inherit"/>
              </a:rPr>
              <a:t> media types that are acceptable.</a:t>
            </a:r>
          </a:p>
          <a:p>
            <a:endParaRPr lang="en-US" altLang="en-US" sz="2400" dirty="0">
              <a:solidFill>
                <a:schemeClr val="tx1"/>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chemeClr val="tx1"/>
                </a:solidFill>
                <a:latin typeface="inherit"/>
                <a:hlinkClick r:id="rId2">
                  <a:extLst>
                    <a:ext uri="{A12FA001-AC4F-418D-AE19-62706E023703}">
                      <ahyp:hlinkClr xmlns:ahyp="http://schemas.microsoft.com/office/drawing/2018/hyperlinkcolor" val="tx"/>
                    </a:ext>
                  </a:extLst>
                </a:hlinkClick>
              </a:rPr>
              <a:t>Content-Type</a:t>
            </a:r>
            <a:endParaRPr lang="en-US" altLang="en-US" sz="2400" dirty="0">
              <a:solidFill>
                <a:schemeClr val="tx1"/>
              </a:solidFill>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chemeClr val="tx1"/>
                </a:solidFill>
                <a:latin typeface="inherit"/>
              </a:rPr>
              <a:t>The "Content-Type" header field indicates the media type of the associated representation</a:t>
            </a:r>
          </a:p>
          <a:p>
            <a:endParaRPr kumimoji="0" lang="en-US" altLang="en-US" sz="4000" b="0" i="0" u="none" strike="noStrike" cap="none" normalizeH="0" baseline="0" dirty="0">
              <a:ln>
                <a:noFill/>
              </a:ln>
              <a:solidFill>
                <a:schemeClr val="tx1"/>
              </a:solidFill>
              <a:effectLst/>
              <a:latin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28405AA0-D225-45BE-AC9A-9FBA2205B85E}"/>
              </a:ext>
            </a:extLst>
          </p:cNvPr>
          <p:cNvSpPr>
            <a:spLocks noGrp="1"/>
          </p:cNvSpPr>
          <p:nvPr>
            <p:ph type="sldNum" sz="quarter" idx="14"/>
          </p:nvPr>
        </p:nvSpPr>
        <p:spPr/>
        <p:txBody>
          <a:bodyPr/>
          <a:lstStyle/>
          <a:p>
            <a:fld id="{058DB212-BFA2-403F-85EF-DFD3FF6D973A}" type="slidenum">
              <a:rPr lang="en-US" noProof="0" smtClean="0"/>
              <a:pPr/>
              <a:t>34</a:t>
            </a:fld>
            <a:endParaRPr lang="en-US" noProof="0"/>
          </a:p>
        </p:txBody>
      </p:sp>
      <p:sp>
        <p:nvSpPr>
          <p:cNvPr id="6" name="Rectangle 2">
            <a:extLst>
              <a:ext uri="{FF2B5EF4-FFF2-40B4-BE49-F238E27FC236}">
                <a16:creationId xmlns:a16="http://schemas.microsoft.com/office/drawing/2014/main" id="{E9F140FD-38AD-4252-B033-ECC9727074E7}"/>
              </a:ext>
            </a:extLst>
          </p:cNvPr>
          <p:cNvSpPr>
            <a:spLocks noChangeArrowheads="1"/>
          </p:cNvSpPr>
          <p:nvPr/>
        </p:nvSpPr>
        <p:spPr bwMode="auto">
          <a:xfrm>
            <a:off x="0" y="1064125"/>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4213479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5CFC-35E6-4402-BDC0-F9BBCAFF9E71}"/>
              </a:ext>
            </a:extLst>
          </p:cNvPr>
          <p:cNvSpPr>
            <a:spLocks noGrp="1"/>
          </p:cNvSpPr>
          <p:nvPr>
            <p:ph type="title"/>
          </p:nvPr>
        </p:nvSpPr>
        <p:spPr/>
        <p:txBody>
          <a:bodyPr/>
          <a:lstStyle/>
          <a:p>
            <a:r>
              <a:rPr lang="en-US" b="1" dirty="0">
                <a:effectLst/>
                <a:latin typeface="Calibri" panose="020F0502020204030204" pitchFamily="34" charset="0"/>
                <a:ea typeface="Calibri" panose="020F0502020204030204" pitchFamily="34" charset="0"/>
                <a:cs typeface="Times New Roman" panose="02020603050405020304" pitchFamily="18" charset="0"/>
              </a:rPr>
              <a:t>Payload</a:t>
            </a:r>
            <a:endParaRPr lang="en-IN" dirty="0"/>
          </a:p>
        </p:txBody>
      </p:sp>
      <p:sp>
        <p:nvSpPr>
          <p:cNvPr id="3" name="Text Placeholder 2">
            <a:extLst>
              <a:ext uri="{FF2B5EF4-FFF2-40B4-BE49-F238E27FC236}">
                <a16:creationId xmlns:a16="http://schemas.microsoft.com/office/drawing/2014/main" id="{9285E299-A770-4270-87BB-CB42F18D9625}"/>
              </a:ext>
            </a:extLst>
          </p:cNvPr>
          <p:cNvSpPr>
            <a:spLocks noGrp="1"/>
          </p:cNvSpPr>
          <p:nvPr>
            <p:ph type="body" sz="quarter" idx="12"/>
          </p:nvPr>
        </p:nvSpPr>
        <p:spPr>
          <a:xfrm>
            <a:off x="361925" y="1515006"/>
            <a:ext cx="11471275" cy="2630866"/>
          </a:xfrm>
        </p:spPr>
        <p:txBody>
          <a:bodyPr/>
          <a:lstStyle/>
          <a:p>
            <a:r>
              <a:rPr lang="en-US" b="0" i="0" dirty="0">
                <a:solidFill>
                  <a:srgbClr val="222222"/>
                </a:solidFill>
                <a:effectLst/>
                <a:latin typeface="arial" panose="020B0604020202020204" pitchFamily="34" charset="0"/>
              </a:rPr>
              <a:t>	The </a:t>
            </a:r>
            <a:r>
              <a:rPr lang="en-US" b="1" i="0" dirty="0">
                <a:solidFill>
                  <a:srgbClr val="222222"/>
                </a:solidFill>
                <a:effectLst/>
                <a:latin typeface="arial" panose="020B0604020202020204" pitchFamily="34" charset="0"/>
              </a:rPr>
              <a:t>Payload</a:t>
            </a:r>
            <a:r>
              <a:rPr lang="en-US" b="0" i="0" dirty="0">
                <a:solidFill>
                  <a:srgbClr val="222222"/>
                </a:solidFill>
                <a:effectLst/>
                <a:latin typeface="arial" panose="020B0604020202020204" pitchFamily="34" charset="0"/>
              </a:rPr>
              <a:t> of an </a:t>
            </a:r>
            <a:r>
              <a:rPr lang="en-US" b="1" i="0" dirty="0">
                <a:solidFill>
                  <a:srgbClr val="222222"/>
                </a:solidFill>
                <a:effectLst/>
                <a:latin typeface="arial" panose="020B0604020202020204" pitchFamily="34" charset="0"/>
              </a:rPr>
              <a:t>API</a:t>
            </a:r>
            <a:r>
              <a:rPr lang="en-US" b="0" i="0" dirty="0">
                <a:solidFill>
                  <a:srgbClr val="222222"/>
                </a:solidFill>
                <a:effectLst/>
                <a:latin typeface="arial" panose="020B0604020202020204" pitchFamily="34" charset="0"/>
              </a:rPr>
              <a:t> Module is the body of your request and response message. It contains the data that you send to the server when you make an </a:t>
            </a:r>
            <a:r>
              <a:rPr lang="en-US" b="1" i="0" dirty="0">
                <a:solidFill>
                  <a:srgbClr val="222222"/>
                </a:solidFill>
                <a:effectLst/>
                <a:latin typeface="arial" panose="020B0604020202020204" pitchFamily="34" charset="0"/>
              </a:rPr>
              <a:t>API</a:t>
            </a:r>
            <a:r>
              <a:rPr lang="en-US" b="0" i="0" dirty="0">
                <a:solidFill>
                  <a:srgbClr val="222222"/>
                </a:solidFill>
                <a:effectLst/>
                <a:latin typeface="arial" panose="020B0604020202020204" pitchFamily="34" charset="0"/>
              </a:rPr>
              <a:t> request.</a:t>
            </a:r>
          </a:p>
          <a:p>
            <a:r>
              <a:rPr lang="en-US" b="0" i="0" dirty="0">
                <a:solidFill>
                  <a:srgbClr val="222222"/>
                </a:solidFill>
                <a:effectLst/>
                <a:latin typeface="arial" panose="020B0604020202020204" pitchFamily="34" charset="0"/>
              </a:rPr>
              <a:t> You can send and receive </a:t>
            </a:r>
            <a:r>
              <a:rPr lang="en-US" b="1" i="0" dirty="0">
                <a:solidFill>
                  <a:srgbClr val="222222"/>
                </a:solidFill>
                <a:effectLst/>
                <a:latin typeface="arial" panose="020B0604020202020204" pitchFamily="34" charset="0"/>
              </a:rPr>
              <a:t>Payload</a:t>
            </a:r>
            <a:r>
              <a:rPr lang="en-US" b="0" i="0" dirty="0">
                <a:solidFill>
                  <a:srgbClr val="222222"/>
                </a:solidFill>
                <a:effectLst/>
                <a:latin typeface="arial" panose="020B0604020202020204" pitchFamily="34" charset="0"/>
              </a:rPr>
              <a:t> in different formats, Ex., JSON.</a:t>
            </a:r>
            <a:endParaRPr lang="en-IN" dirty="0"/>
          </a:p>
        </p:txBody>
      </p:sp>
      <p:sp>
        <p:nvSpPr>
          <p:cNvPr id="4" name="Slide Number Placeholder 3">
            <a:extLst>
              <a:ext uri="{FF2B5EF4-FFF2-40B4-BE49-F238E27FC236}">
                <a16:creationId xmlns:a16="http://schemas.microsoft.com/office/drawing/2014/main" id="{55A10DE3-83B1-44BF-A3F6-30D1F07708BA}"/>
              </a:ext>
            </a:extLst>
          </p:cNvPr>
          <p:cNvSpPr>
            <a:spLocks noGrp="1"/>
          </p:cNvSpPr>
          <p:nvPr>
            <p:ph type="sldNum" sz="quarter" idx="14"/>
          </p:nvPr>
        </p:nvSpPr>
        <p:spPr/>
        <p:txBody>
          <a:bodyPr/>
          <a:lstStyle/>
          <a:p>
            <a:fld id="{058DB212-BFA2-403F-85EF-DFD3FF6D973A}" type="slidenum">
              <a:rPr lang="en-US" noProof="0" smtClean="0"/>
              <a:pPr/>
              <a:t>35</a:t>
            </a:fld>
            <a:endParaRPr lang="en-US" noProof="0"/>
          </a:p>
        </p:txBody>
      </p:sp>
    </p:spTree>
    <p:extLst>
      <p:ext uri="{BB962C8B-B14F-4D97-AF65-F5344CB8AC3E}">
        <p14:creationId xmlns:p14="http://schemas.microsoft.com/office/powerpoint/2010/main" val="2229390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AABBD-9D91-4F6D-8359-FC19C6983677}"/>
              </a:ext>
            </a:extLst>
          </p:cNvPr>
          <p:cNvSpPr>
            <a:spLocks noGrp="1"/>
          </p:cNvSpPr>
          <p:nvPr>
            <p:ph type="title"/>
          </p:nvPr>
        </p:nvSpPr>
        <p:spPr/>
        <p:txBody>
          <a:bodyPr/>
          <a:lstStyle/>
          <a:p>
            <a:r>
              <a:rPr lang="en-US" dirty="0"/>
              <a:t>Cache vs Cookies</a:t>
            </a:r>
            <a:endParaRPr lang="en-IN" dirty="0"/>
          </a:p>
        </p:txBody>
      </p:sp>
      <p:sp>
        <p:nvSpPr>
          <p:cNvPr id="3" name="Text Placeholder 2">
            <a:extLst>
              <a:ext uri="{FF2B5EF4-FFF2-40B4-BE49-F238E27FC236}">
                <a16:creationId xmlns:a16="http://schemas.microsoft.com/office/drawing/2014/main" id="{346D73D7-25A3-415B-A60F-75C439A66A95}"/>
              </a:ext>
            </a:extLst>
          </p:cNvPr>
          <p:cNvSpPr>
            <a:spLocks noGrp="1"/>
          </p:cNvSpPr>
          <p:nvPr>
            <p:ph type="body" sz="quarter" idx="12"/>
          </p:nvPr>
        </p:nvSpPr>
        <p:spPr>
          <a:xfrm>
            <a:off x="360363" y="1080000"/>
            <a:ext cx="11748779" cy="5480598"/>
          </a:xfrm>
        </p:spPr>
        <p:txBody>
          <a:bodyPr/>
          <a:lstStyle/>
          <a:p>
            <a:r>
              <a:rPr lang="en-US" b="1" i="0" dirty="0">
                <a:solidFill>
                  <a:srgbClr val="202124"/>
                </a:solidFill>
                <a:effectLst/>
                <a:latin typeface="arial" panose="020B0604020202020204" pitchFamily="34" charset="0"/>
              </a:rPr>
              <a:t>Cache</a:t>
            </a:r>
          </a:p>
          <a:p>
            <a:r>
              <a:rPr lang="en-US" b="1" dirty="0">
                <a:solidFill>
                  <a:srgbClr val="202124"/>
                </a:solidFill>
                <a:latin typeface="arial" panose="020B0604020202020204" pitchFamily="34" charset="0"/>
              </a:rPr>
              <a:t>	</a:t>
            </a:r>
            <a:r>
              <a:rPr lang="en-US" dirty="0">
                <a:solidFill>
                  <a:srgbClr val="202124"/>
                </a:solidFill>
                <a:latin typeface="arial" panose="020B0604020202020204" pitchFamily="34" charset="0"/>
              </a:rPr>
              <a:t>It</a:t>
            </a:r>
            <a:r>
              <a:rPr lang="en-US" b="0" i="0" dirty="0">
                <a:solidFill>
                  <a:srgbClr val="202124"/>
                </a:solidFill>
                <a:effectLst/>
                <a:latin typeface="arial" panose="020B0604020202020204" pitchFamily="34" charset="0"/>
              </a:rPr>
              <a:t> is used to store online page resources during a browser for the long run purpose or to decrease the loading time. </a:t>
            </a:r>
          </a:p>
          <a:p>
            <a:pPr marL="0" algn="l" rtl="0" eaLnBrk="1" fontAlgn="base" latinLnBrk="0" hangingPunct="1">
              <a:spcBef>
                <a:spcPts val="0"/>
              </a:spcBef>
              <a:spcAft>
                <a:spcPts val="0"/>
              </a:spcAft>
            </a:pPr>
            <a:r>
              <a:rPr lang="en-US" dirty="0">
                <a:solidFill>
                  <a:srgbClr val="202124"/>
                </a:solidFill>
                <a:latin typeface="arial" panose="020B0604020202020204" pitchFamily="34" charset="0"/>
              </a:rPr>
              <a:t>	It consumes large space in terms of capacity.</a:t>
            </a:r>
            <a:endParaRPr lang="en-IN" dirty="0">
              <a:solidFill>
                <a:srgbClr val="202124"/>
              </a:solidFill>
              <a:latin typeface="arial" panose="020B0604020202020204" pitchFamily="34" charset="0"/>
            </a:endParaRPr>
          </a:p>
          <a:p>
            <a:endParaRPr lang="en-US" b="0" i="0" dirty="0">
              <a:solidFill>
                <a:srgbClr val="202124"/>
              </a:solidFill>
              <a:effectLst/>
              <a:latin typeface="arial" panose="020B0604020202020204" pitchFamily="34" charset="0"/>
            </a:endParaRPr>
          </a:p>
          <a:p>
            <a:endParaRPr lang="en-US" b="0" i="0" dirty="0">
              <a:solidFill>
                <a:srgbClr val="202124"/>
              </a:solidFill>
              <a:effectLst/>
              <a:latin typeface="arial" panose="020B0604020202020204" pitchFamily="34" charset="0"/>
            </a:endParaRPr>
          </a:p>
          <a:p>
            <a:r>
              <a:rPr lang="en-US" b="1" dirty="0">
                <a:solidFill>
                  <a:srgbClr val="202124"/>
                </a:solidFill>
                <a:latin typeface="arial" panose="020B0604020202020204" pitchFamily="34" charset="0"/>
              </a:rPr>
              <a:t>C</a:t>
            </a:r>
            <a:r>
              <a:rPr lang="en-US" b="1" i="0" dirty="0">
                <a:solidFill>
                  <a:srgbClr val="202124"/>
                </a:solidFill>
                <a:effectLst/>
                <a:latin typeface="arial" panose="020B0604020202020204" pitchFamily="34" charset="0"/>
              </a:rPr>
              <a:t>ookies</a:t>
            </a:r>
            <a:r>
              <a:rPr lang="en-US" b="0" i="0" dirty="0">
                <a:solidFill>
                  <a:srgbClr val="202124"/>
                </a:solidFill>
                <a:effectLst/>
                <a:latin typeface="arial" panose="020B0604020202020204" pitchFamily="34" charset="0"/>
              </a:rPr>
              <a:t> </a:t>
            </a:r>
          </a:p>
          <a:p>
            <a:r>
              <a:rPr lang="en-US" dirty="0">
                <a:solidFill>
                  <a:srgbClr val="202124"/>
                </a:solidFill>
                <a:latin typeface="arial" panose="020B0604020202020204" pitchFamily="34" charset="0"/>
              </a:rPr>
              <a:t>	</a:t>
            </a:r>
            <a:r>
              <a:rPr lang="en-US" b="0" i="0" dirty="0">
                <a:solidFill>
                  <a:srgbClr val="202124"/>
                </a:solidFill>
                <a:effectLst/>
                <a:latin typeface="arial" panose="020B0604020202020204" pitchFamily="34" charset="0"/>
              </a:rPr>
              <a:t>are employed to store user choices such as browsing session to trace the user preferences.</a:t>
            </a:r>
          </a:p>
          <a:p>
            <a:r>
              <a:rPr lang="en-US" dirty="0">
                <a:solidFill>
                  <a:srgbClr val="202124"/>
                </a:solidFill>
                <a:latin typeface="arial" panose="020B0604020202020204" pitchFamily="34" charset="0"/>
              </a:rPr>
              <a:t>	While it consumes less space in terms of capacity</a:t>
            </a:r>
            <a:r>
              <a:rPr lang="en-US" sz="1800" b="0" i="0" u="none" strike="noStrike" kern="1200" dirty="0">
                <a:solidFill>
                  <a:srgbClr val="000000"/>
                </a:solidFill>
                <a:effectLst/>
                <a:latin typeface="Lucida Sans Typewriter" panose="020B0509030504030204" pitchFamily="49" charset="0"/>
              </a:rPr>
              <a:t>.</a:t>
            </a:r>
            <a:endParaRPr lang="en-IN" sz="1800" b="0" i="0" u="none" strike="noStrike" dirty="0">
              <a:effectLst/>
              <a:latin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4F2BC534-1027-4B0B-8044-DFC4F69CF6DD}"/>
              </a:ext>
            </a:extLst>
          </p:cNvPr>
          <p:cNvSpPr>
            <a:spLocks noGrp="1"/>
          </p:cNvSpPr>
          <p:nvPr>
            <p:ph type="sldNum" sz="quarter" idx="14"/>
          </p:nvPr>
        </p:nvSpPr>
        <p:spPr/>
        <p:txBody>
          <a:bodyPr/>
          <a:lstStyle/>
          <a:p>
            <a:fld id="{058DB212-BFA2-403F-85EF-DFD3FF6D973A}" type="slidenum">
              <a:rPr lang="en-US" noProof="0" smtClean="0"/>
              <a:pPr/>
              <a:t>36</a:t>
            </a:fld>
            <a:endParaRPr lang="en-US" noProof="0"/>
          </a:p>
        </p:txBody>
      </p:sp>
      <p:graphicFrame>
        <p:nvGraphicFramePr>
          <p:cNvPr id="5" name="Table 4">
            <a:extLst>
              <a:ext uri="{FF2B5EF4-FFF2-40B4-BE49-F238E27FC236}">
                <a16:creationId xmlns:a16="http://schemas.microsoft.com/office/drawing/2014/main" id="{1D0470A5-1C52-491B-BD9B-284EC4B4D358}"/>
              </a:ext>
            </a:extLst>
          </p:cNvPr>
          <p:cNvGraphicFramePr>
            <a:graphicFrameLocks noGrp="1"/>
          </p:cNvGraphicFramePr>
          <p:nvPr>
            <p:extLst>
              <p:ext uri="{D42A27DB-BD31-4B8C-83A1-F6EECF244321}">
                <p14:modId xmlns:p14="http://schemas.microsoft.com/office/powerpoint/2010/main" val="2402687299"/>
              </p:ext>
            </p:extLst>
          </p:nvPr>
        </p:nvGraphicFramePr>
        <p:xfrm>
          <a:off x="3582194" y="3088164"/>
          <a:ext cx="5029200" cy="381000"/>
        </p:xfrm>
        <a:graphic>
          <a:graphicData uri="http://schemas.openxmlformats.org/drawingml/2006/table">
            <a:tbl>
              <a:tblPr/>
              <a:tblGrid>
                <a:gridCol w="2514600">
                  <a:extLst>
                    <a:ext uri="{9D8B030D-6E8A-4147-A177-3AD203B41FA5}">
                      <a16:colId xmlns:a16="http://schemas.microsoft.com/office/drawing/2014/main" val="1799285339"/>
                    </a:ext>
                  </a:extLst>
                </a:gridCol>
                <a:gridCol w="2514600">
                  <a:extLst>
                    <a:ext uri="{9D8B030D-6E8A-4147-A177-3AD203B41FA5}">
                      <a16:colId xmlns:a16="http://schemas.microsoft.com/office/drawing/2014/main" val="3959282131"/>
                    </a:ext>
                  </a:extLst>
                </a:gridCol>
              </a:tblGrid>
              <a:tr h="0">
                <a:tc>
                  <a:txBody>
                    <a:bodyPr/>
                    <a:lstStyle/>
                    <a:p>
                      <a:pPr algn="l" fontAlgn="base"/>
                      <a:endParaRPr lang="en-US" b="0" dirty="0">
                        <a:effectLst/>
                      </a:endParaRPr>
                    </a:p>
                  </a:txBody>
                  <a:tcPr marL="106680" marR="106680" marT="53340" marB="53340" anchor="ctr">
                    <a:lnL>
                      <a:noFill/>
                    </a:lnL>
                    <a:lnR>
                      <a:noFill/>
                    </a:lnR>
                    <a:lnT w="7620" cap="flat" cmpd="sng" algn="ctr">
                      <a:solidFill>
                        <a:srgbClr val="EDEDED"/>
                      </a:solidFill>
                      <a:prstDash val="solid"/>
                      <a:round/>
                      <a:headEnd type="none" w="med" len="med"/>
                      <a:tailEnd type="none" w="med" len="med"/>
                    </a:lnT>
                    <a:lnB>
                      <a:noFill/>
                    </a:lnB>
                    <a:solidFill>
                      <a:srgbClr val="FFFFFF"/>
                    </a:solidFill>
                  </a:tcPr>
                </a:tc>
                <a:tc>
                  <a:txBody>
                    <a:bodyPr/>
                    <a:lstStyle/>
                    <a:p>
                      <a:pPr algn="l" fontAlgn="base"/>
                      <a:endParaRPr lang="en-US" b="0" dirty="0">
                        <a:effectLst/>
                      </a:endParaRPr>
                    </a:p>
                  </a:txBody>
                  <a:tcPr marL="106680" marR="106680" marT="53340" marB="53340" anchor="ctr">
                    <a:lnL>
                      <a:noFill/>
                    </a:lnL>
                    <a:lnR>
                      <a:noFill/>
                    </a:lnR>
                    <a:lnT w="7620" cap="flat" cmpd="sng" algn="ctr">
                      <a:solidFill>
                        <a:srgbClr val="EDEDED"/>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242378395"/>
                  </a:ext>
                </a:extLst>
              </a:tr>
            </a:tbl>
          </a:graphicData>
        </a:graphic>
      </p:graphicFrame>
    </p:spTree>
    <p:extLst>
      <p:ext uri="{BB962C8B-B14F-4D97-AF65-F5344CB8AC3E}">
        <p14:creationId xmlns:p14="http://schemas.microsoft.com/office/powerpoint/2010/main" val="1508471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300B-6471-429C-8054-F997EA7B5EE0}"/>
              </a:ext>
            </a:extLst>
          </p:cNvPr>
          <p:cNvSpPr>
            <a:spLocks noGrp="1"/>
          </p:cNvSpPr>
          <p:nvPr>
            <p:ph type="title"/>
          </p:nvPr>
        </p:nvSpPr>
        <p:spPr>
          <a:xfrm>
            <a:off x="359400" y="511075"/>
            <a:ext cx="11473200" cy="540000"/>
          </a:xfrm>
        </p:spPr>
        <p:txBody>
          <a:bodyPr/>
          <a:lstStyle/>
          <a:p>
            <a:r>
              <a:rPr lang="en-US" dirty="0"/>
              <a:t>Serialization vs Deserialization</a:t>
            </a:r>
            <a:endParaRPr lang="en-IN" dirty="0"/>
          </a:p>
        </p:txBody>
      </p:sp>
      <p:sp>
        <p:nvSpPr>
          <p:cNvPr id="4" name="Slide Number Placeholder 3">
            <a:extLst>
              <a:ext uri="{FF2B5EF4-FFF2-40B4-BE49-F238E27FC236}">
                <a16:creationId xmlns:a16="http://schemas.microsoft.com/office/drawing/2014/main" id="{E6D07A73-F977-4262-AEEC-3CFC64DB6926}"/>
              </a:ext>
            </a:extLst>
          </p:cNvPr>
          <p:cNvSpPr>
            <a:spLocks noGrp="1"/>
          </p:cNvSpPr>
          <p:nvPr>
            <p:ph type="sldNum" sz="quarter" idx="14"/>
          </p:nvPr>
        </p:nvSpPr>
        <p:spPr/>
        <p:txBody>
          <a:bodyPr/>
          <a:lstStyle/>
          <a:p>
            <a:fld id="{058DB212-BFA2-403F-85EF-DFD3FF6D973A}" type="slidenum">
              <a:rPr lang="en-US" noProof="0" smtClean="0"/>
              <a:pPr/>
              <a:t>37</a:t>
            </a:fld>
            <a:endParaRPr lang="en-US" noProof="0"/>
          </a:p>
        </p:txBody>
      </p:sp>
      <p:pic>
        <p:nvPicPr>
          <p:cNvPr id="3076" name="Picture 4" descr="Serialization API overview | Serialization API | Drupal guide on Drupal.org">
            <a:extLst>
              <a:ext uri="{FF2B5EF4-FFF2-40B4-BE49-F238E27FC236}">
                <a16:creationId xmlns:a16="http://schemas.microsoft.com/office/drawing/2014/main" id="{D9153B2B-BB29-4362-A608-4AC0C5935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912" y="1571625"/>
            <a:ext cx="8181975"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513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18E3B-DC96-44A2-9358-4457D11E4413}"/>
              </a:ext>
            </a:extLst>
          </p:cNvPr>
          <p:cNvSpPr>
            <a:spLocks noGrp="1"/>
          </p:cNvSpPr>
          <p:nvPr>
            <p:ph type="title"/>
          </p:nvPr>
        </p:nvSpPr>
        <p:spPr/>
        <p:txBody>
          <a:bodyPr/>
          <a:lstStyle/>
          <a:p>
            <a:r>
              <a:rPr lang="en-US" sz="2800" dirty="0">
                <a:effectLst/>
                <a:latin typeface="Calibri" panose="020F0502020204030204" pitchFamily="34" charset="0"/>
                <a:ea typeface="Calibri" panose="020F0502020204030204" pitchFamily="34" charset="0"/>
                <a:cs typeface="Times New Roman" panose="02020603050405020304" pitchFamily="18" charset="0"/>
              </a:rPr>
              <a:t> API Vs Web Services</a:t>
            </a:r>
            <a:endParaRPr lang="en-IN" sz="4400" dirty="0"/>
          </a:p>
        </p:txBody>
      </p:sp>
      <p:sp>
        <p:nvSpPr>
          <p:cNvPr id="3" name="Text Placeholder 2">
            <a:extLst>
              <a:ext uri="{FF2B5EF4-FFF2-40B4-BE49-F238E27FC236}">
                <a16:creationId xmlns:a16="http://schemas.microsoft.com/office/drawing/2014/main" id="{9A1C4C7D-1B68-4898-816C-DA27465E6C41}"/>
              </a:ext>
            </a:extLst>
          </p:cNvPr>
          <p:cNvSpPr>
            <a:spLocks noGrp="1"/>
          </p:cNvSpPr>
          <p:nvPr>
            <p:ph type="body" sz="quarter" idx="12"/>
          </p:nvPr>
        </p:nvSpPr>
        <p:spPr/>
        <p:txBody>
          <a:bodyPr/>
          <a:lstStyle/>
          <a:p>
            <a:endParaRPr lang="en-IN"/>
          </a:p>
        </p:txBody>
      </p:sp>
      <p:sp>
        <p:nvSpPr>
          <p:cNvPr id="4" name="Slide Number Placeholder 3">
            <a:extLst>
              <a:ext uri="{FF2B5EF4-FFF2-40B4-BE49-F238E27FC236}">
                <a16:creationId xmlns:a16="http://schemas.microsoft.com/office/drawing/2014/main" id="{E4534C38-F14F-4DE4-B743-D1ED83EA7B97}"/>
              </a:ext>
            </a:extLst>
          </p:cNvPr>
          <p:cNvSpPr>
            <a:spLocks noGrp="1"/>
          </p:cNvSpPr>
          <p:nvPr>
            <p:ph type="sldNum" sz="quarter" idx="14"/>
          </p:nvPr>
        </p:nvSpPr>
        <p:spPr/>
        <p:txBody>
          <a:bodyPr/>
          <a:lstStyle/>
          <a:p>
            <a:fld id="{058DB212-BFA2-403F-85EF-DFD3FF6D973A}" type="slidenum">
              <a:rPr lang="en-US" noProof="0" smtClean="0"/>
              <a:pPr/>
              <a:t>38</a:t>
            </a:fld>
            <a:endParaRPr lang="en-US" noProof="0"/>
          </a:p>
        </p:txBody>
      </p:sp>
      <p:pic>
        <p:nvPicPr>
          <p:cNvPr id="4098" name="Picture 2" descr="6 Differences between Web Services vs API (SOAP &amp; REST examples)">
            <a:extLst>
              <a:ext uri="{FF2B5EF4-FFF2-40B4-BE49-F238E27FC236}">
                <a16:creationId xmlns:a16="http://schemas.microsoft.com/office/drawing/2014/main" id="{4CD440D3-F71C-45BB-A01C-E89BF83BD2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714500"/>
            <a:ext cx="6096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2809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42285-9FCC-4971-BB73-376041C77AB3}"/>
              </a:ext>
            </a:extLst>
          </p:cNvPr>
          <p:cNvSpPr>
            <a:spLocks noGrp="1"/>
          </p:cNvSpPr>
          <p:nvPr>
            <p:ph type="title"/>
          </p:nvPr>
        </p:nvSpPr>
        <p:spPr/>
        <p:txBody>
          <a:bodyPr/>
          <a:lstStyle/>
          <a:p>
            <a:r>
              <a:rPr lang="en-US" dirty="0"/>
              <a:t>Testcase</a:t>
            </a:r>
            <a:endParaRPr lang="en-IN" dirty="0"/>
          </a:p>
        </p:txBody>
      </p:sp>
      <p:sp>
        <p:nvSpPr>
          <p:cNvPr id="3" name="Text Placeholder 2">
            <a:extLst>
              <a:ext uri="{FF2B5EF4-FFF2-40B4-BE49-F238E27FC236}">
                <a16:creationId xmlns:a16="http://schemas.microsoft.com/office/drawing/2014/main" id="{EAD465D3-B77F-4BCD-AFA7-ACB410596134}"/>
              </a:ext>
            </a:extLst>
          </p:cNvPr>
          <p:cNvSpPr>
            <a:spLocks noGrp="1"/>
          </p:cNvSpPr>
          <p:nvPr>
            <p:ph type="body" sz="quarter" idx="12"/>
          </p:nvPr>
        </p:nvSpPr>
        <p:spPr/>
        <p:txBody>
          <a:bodyPr/>
          <a:lstStyle/>
          <a:p>
            <a:endParaRPr lang="en-IN"/>
          </a:p>
        </p:txBody>
      </p:sp>
      <p:sp>
        <p:nvSpPr>
          <p:cNvPr id="4" name="Slide Number Placeholder 3">
            <a:extLst>
              <a:ext uri="{FF2B5EF4-FFF2-40B4-BE49-F238E27FC236}">
                <a16:creationId xmlns:a16="http://schemas.microsoft.com/office/drawing/2014/main" id="{79F0C855-1554-4301-BCF4-4B26CDF74733}"/>
              </a:ext>
            </a:extLst>
          </p:cNvPr>
          <p:cNvSpPr>
            <a:spLocks noGrp="1"/>
          </p:cNvSpPr>
          <p:nvPr>
            <p:ph type="sldNum" sz="quarter" idx="14"/>
          </p:nvPr>
        </p:nvSpPr>
        <p:spPr/>
        <p:txBody>
          <a:bodyPr/>
          <a:lstStyle/>
          <a:p>
            <a:fld id="{058DB212-BFA2-403F-85EF-DFD3FF6D973A}" type="slidenum">
              <a:rPr lang="en-US" noProof="0" smtClean="0"/>
              <a:pPr/>
              <a:t>39</a:t>
            </a:fld>
            <a:endParaRPr lang="en-US" noProof="0"/>
          </a:p>
        </p:txBody>
      </p:sp>
      <p:pic>
        <p:nvPicPr>
          <p:cNvPr id="5" name="Picture 4">
            <a:extLst>
              <a:ext uri="{FF2B5EF4-FFF2-40B4-BE49-F238E27FC236}">
                <a16:creationId xmlns:a16="http://schemas.microsoft.com/office/drawing/2014/main" id="{742B572A-9407-48AD-93E7-D40C25955F68}"/>
              </a:ext>
            </a:extLst>
          </p:cNvPr>
          <p:cNvPicPr/>
          <p:nvPr/>
        </p:nvPicPr>
        <p:blipFill>
          <a:blip r:embed="rId2"/>
          <a:srcRect l="16090" t="32592" r="15897" b="14747"/>
          <a:stretch>
            <a:fillRect/>
          </a:stretch>
        </p:blipFill>
        <p:spPr>
          <a:xfrm>
            <a:off x="360001" y="1080000"/>
            <a:ext cx="11234400" cy="5294167"/>
          </a:xfrm>
          <a:prstGeom prst="rect">
            <a:avLst/>
          </a:prstGeom>
          <a:noFill/>
          <a:ln>
            <a:noFill/>
          </a:ln>
        </p:spPr>
      </p:pic>
    </p:spTree>
    <p:extLst>
      <p:ext uri="{BB962C8B-B14F-4D97-AF65-F5344CB8AC3E}">
        <p14:creationId xmlns:p14="http://schemas.microsoft.com/office/powerpoint/2010/main" val="542223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2E16B-C23E-4938-B373-6E3428414A0A}"/>
              </a:ext>
            </a:extLst>
          </p:cNvPr>
          <p:cNvSpPr>
            <a:spLocks noGrp="1"/>
          </p:cNvSpPr>
          <p:nvPr>
            <p:ph type="title"/>
          </p:nvPr>
        </p:nvSpPr>
        <p:spPr>
          <a:xfrm>
            <a:off x="360363" y="360000"/>
            <a:ext cx="11473200" cy="540000"/>
          </a:xfrm>
        </p:spPr>
        <p:txBody>
          <a:bodyPr/>
          <a:lstStyle/>
          <a:p>
            <a:r>
              <a:rPr lang="en-US" dirty="0"/>
              <a:t>API Testing Challenges</a:t>
            </a:r>
            <a:endParaRPr lang="en-IN" dirty="0"/>
          </a:p>
        </p:txBody>
      </p:sp>
      <p:sp>
        <p:nvSpPr>
          <p:cNvPr id="3" name="Text Placeholder 2">
            <a:extLst>
              <a:ext uri="{FF2B5EF4-FFF2-40B4-BE49-F238E27FC236}">
                <a16:creationId xmlns:a16="http://schemas.microsoft.com/office/drawing/2014/main" id="{EFDA10AB-7CD0-4205-AF2D-E4A9B1FE9F40}"/>
              </a:ext>
            </a:extLst>
          </p:cNvPr>
          <p:cNvSpPr>
            <a:spLocks noGrp="1"/>
          </p:cNvSpPr>
          <p:nvPr>
            <p:ph type="body" sz="quarter" idx="12"/>
          </p:nvPr>
        </p:nvSpPr>
        <p:spPr>
          <a:xfrm>
            <a:off x="360363" y="1080000"/>
            <a:ext cx="11471275" cy="5418000"/>
          </a:xfrm>
        </p:spPr>
        <p:txBody>
          <a:bodyPr/>
          <a:lstStyle/>
          <a:p>
            <a:r>
              <a:rPr lang="en-US" b="0" i="0" dirty="0">
                <a:solidFill>
                  <a:srgbClr val="353635"/>
                </a:solidFill>
                <a:effectLst/>
                <a:latin typeface="gotham_medium"/>
              </a:rPr>
              <a:t>1. Initial Setup of API Testing</a:t>
            </a:r>
          </a:p>
          <a:p>
            <a:r>
              <a:rPr lang="en-US" b="0" i="0" dirty="0">
                <a:solidFill>
                  <a:srgbClr val="353635"/>
                </a:solidFill>
                <a:effectLst/>
                <a:latin typeface="gotham_medium"/>
              </a:rPr>
              <a:t>2. Updating the Schema of API Testing</a:t>
            </a:r>
          </a:p>
          <a:p>
            <a:r>
              <a:rPr lang="en-IN" b="0" i="0" dirty="0">
                <a:solidFill>
                  <a:srgbClr val="353635"/>
                </a:solidFill>
                <a:effectLst/>
                <a:latin typeface="gotham_medium"/>
              </a:rPr>
              <a:t>3. Testing Parameter Combinations</a:t>
            </a:r>
          </a:p>
          <a:p>
            <a:r>
              <a:rPr lang="en-US" b="0" i="0" dirty="0">
                <a:solidFill>
                  <a:srgbClr val="353635"/>
                </a:solidFill>
                <a:effectLst/>
                <a:latin typeface="gotham_medium"/>
              </a:rPr>
              <a:t>4. Sequencing the API Calls</a:t>
            </a:r>
          </a:p>
          <a:p>
            <a:r>
              <a:rPr lang="en-IN" b="0" i="0" dirty="0">
                <a:solidFill>
                  <a:srgbClr val="353635"/>
                </a:solidFill>
                <a:effectLst/>
                <a:latin typeface="gotham_medium"/>
              </a:rPr>
              <a:t>5. Validating Parameters</a:t>
            </a:r>
          </a:p>
          <a:p>
            <a:endParaRPr lang="en-IN" dirty="0"/>
          </a:p>
        </p:txBody>
      </p:sp>
      <p:sp>
        <p:nvSpPr>
          <p:cNvPr id="4" name="Slide Number Placeholder 3">
            <a:extLst>
              <a:ext uri="{FF2B5EF4-FFF2-40B4-BE49-F238E27FC236}">
                <a16:creationId xmlns:a16="http://schemas.microsoft.com/office/drawing/2014/main" id="{DAC8A95F-8C57-4E12-8287-7AD3FF718840}"/>
              </a:ext>
            </a:extLst>
          </p:cNvPr>
          <p:cNvSpPr>
            <a:spLocks noGrp="1"/>
          </p:cNvSpPr>
          <p:nvPr>
            <p:ph type="sldNum" sz="quarter" idx="14"/>
          </p:nvPr>
        </p:nvSpPr>
        <p:spPr/>
        <p:txBody>
          <a:bodyPr/>
          <a:lstStyle/>
          <a:p>
            <a:fld id="{058DB212-BFA2-403F-85EF-DFD3FF6D973A}" type="slidenum">
              <a:rPr lang="en-US" noProof="0" smtClean="0"/>
              <a:pPr/>
              <a:t>40</a:t>
            </a:fld>
            <a:endParaRPr lang="en-US" noProof="0"/>
          </a:p>
        </p:txBody>
      </p:sp>
    </p:spTree>
    <p:extLst>
      <p:ext uri="{BB962C8B-B14F-4D97-AF65-F5344CB8AC3E}">
        <p14:creationId xmlns:p14="http://schemas.microsoft.com/office/powerpoint/2010/main" val="16909388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3BF99-6745-4F40-AF71-717EC8BE73EB}"/>
              </a:ext>
            </a:extLst>
          </p:cNvPr>
          <p:cNvSpPr>
            <a:spLocks noGrp="1"/>
          </p:cNvSpPr>
          <p:nvPr>
            <p:ph type="title"/>
          </p:nvPr>
        </p:nvSpPr>
        <p:spPr/>
        <p:txBody>
          <a:bodyPr/>
          <a:lstStyle/>
          <a:p>
            <a:r>
              <a:rPr lang="en-US" dirty="0"/>
              <a:t>Questions</a:t>
            </a:r>
            <a:endParaRPr lang="en-IN" dirty="0"/>
          </a:p>
        </p:txBody>
      </p:sp>
      <p:sp>
        <p:nvSpPr>
          <p:cNvPr id="3" name="Text Placeholder 2">
            <a:extLst>
              <a:ext uri="{FF2B5EF4-FFF2-40B4-BE49-F238E27FC236}">
                <a16:creationId xmlns:a16="http://schemas.microsoft.com/office/drawing/2014/main" id="{0B6A38C8-1788-48A5-AED4-C7A3F978FCA9}"/>
              </a:ext>
            </a:extLst>
          </p:cNvPr>
          <p:cNvSpPr>
            <a:spLocks noGrp="1"/>
          </p:cNvSpPr>
          <p:nvPr>
            <p:ph type="body" sz="quarter" idx="12"/>
          </p:nvPr>
        </p:nvSpPr>
        <p:spPr/>
        <p:txBody>
          <a:bodyPr/>
          <a:lstStyle/>
          <a:p>
            <a:pPr marL="342900" indent="-342900">
              <a:buAutoNum type="arabicPeriod"/>
            </a:pPr>
            <a:r>
              <a:rPr lang="en-US"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Can we use GET request instead of PUT to create a resource?</a:t>
            </a:r>
          </a:p>
          <a:p>
            <a:pPr marL="342900" indent="-342900">
              <a:buAutoNum type="arabicPeriod"/>
            </a:pPr>
            <a:r>
              <a:rPr lang="en-US" sz="1800" b="1" dirty="0">
                <a:effectLst/>
                <a:latin typeface="Calibri" panose="020F0502020204030204" pitchFamily="34" charset="0"/>
                <a:ea typeface="Calibri" panose="020F0502020204030204" pitchFamily="34" charset="0"/>
                <a:cs typeface="Times New Roman" panose="02020603050405020304" pitchFamily="18" charset="0"/>
              </a:rPr>
              <a:t>Idempotent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0EA8C196-11CF-4DEF-B06F-F76FCFC8D8C1}"/>
              </a:ext>
            </a:extLst>
          </p:cNvPr>
          <p:cNvSpPr>
            <a:spLocks noGrp="1"/>
          </p:cNvSpPr>
          <p:nvPr>
            <p:ph type="sldNum" sz="quarter" idx="14"/>
          </p:nvPr>
        </p:nvSpPr>
        <p:spPr/>
        <p:txBody>
          <a:bodyPr/>
          <a:lstStyle/>
          <a:p>
            <a:fld id="{058DB212-BFA2-403F-85EF-DFD3FF6D973A}" type="slidenum">
              <a:rPr lang="en-US" noProof="0" smtClean="0"/>
              <a:pPr/>
              <a:t>41</a:t>
            </a:fld>
            <a:endParaRPr lang="en-US" noProof="0"/>
          </a:p>
        </p:txBody>
      </p:sp>
    </p:spTree>
    <p:extLst>
      <p:ext uri="{BB962C8B-B14F-4D97-AF65-F5344CB8AC3E}">
        <p14:creationId xmlns:p14="http://schemas.microsoft.com/office/powerpoint/2010/main" val="25422654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B27354D-F60F-4744-B417-60C310EBFA5E}"/>
              </a:ext>
            </a:extLst>
          </p:cNvPr>
          <p:cNvSpPr>
            <a:spLocks noGrp="1"/>
          </p:cNvSpPr>
          <p:nvPr>
            <p:ph type="ctrTitle"/>
          </p:nvPr>
        </p:nvSpPr>
        <p:spPr>
          <a:xfrm>
            <a:off x="2108757" y="2340226"/>
            <a:ext cx="3759807" cy="1547813"/>
          </a:xfrm>
        </p:spPr>
        <p:txBody>
          <a:bodyPr/>
          <a:lstStyle/>
          <a:p>
            <a:endParaRPr lang="en-IN" dirty="0"/>
          </a:p>
        </p:txBody>
      </p:sp>
    </p:spTree>
    <p:extLst>
      <p:ext uri="{BB962C8B-B14F-4D97-AF65-F5344CB8AC3E}">
        <p14:creationId xmlns:p14="http://schemas.microsoft.com/office/powerpoint/2010/main" val="268675344"/>
      </p:ext>
    </p:extLst>
  </p:cSld>
  <p:clrMapOvr>
    <a:masterClrMapping/>
  </p:clrMapOvr>
</p:sld>
</file>

<file path=ppt/theme/theme1.xml><?xml version="1.0" encoding="utf-8"?>
<a:theme xmlns:a="http://schemas.openxmlformats.org/drawingml/2006/main" name="Office Theme">
  <a:themeElements>
    <a:clrScheme name="Custom 153">
      <a:dk1>
        <a:sysClr val="windowText" lastClr="000000"/>
      </a:dk1>
      <a:lt1>
        <a:sysClr val="window" lastClr="FFFFFF"/>
      </a:lt1>
      <a:dk2>
        <a:srgbClr val="44546A"/>
      </a:dk2>
      <a:lt2>
        <a:srgbClr val="E7E6E6"/>
      </a:lt2>
      <a:accent1>
        <a:srgbClr val="00B0F0"/>
      </a:accent1>
      <a:accent2>
        <a:srgbClr val="0B6CD9"/>
      </a:accent2>
      <a:accent3>
        <a:srgbClr val="0C3DF8"/>
      </a:accent3>
      <a:accent4>
        <a:srgbClr val="F2194A"/>
      </a:accent4>
      <a:accent5>
        <a:srgbClr val="0CF8B6"/>
      </a:accent5>
      <a:accent6>
        <a:srgbClr val="BDB313"/>
      </a:accent6>
      <a:hlink>
        <a:srgbClr val="00B0F0"/>
      </a:hlink>
      <a:folHlink>
        <a:srgbClr val="00B0F0"/>
      </a:folHlink>
    </a:clrScheme>
    <a:fontScheme name="Custom 162">
      <a:majorFont>
        <a:latin typeface="Tw Cen MT"/>
        <a:ea typeface=""/>
        <a:cs typeface=""/>
      </a:majorFont>
      <a:minorFont>
        <a:latin typeface="Lucida Sans Typewri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78043420_Science fair presentation_RVA_v3.potx" id="{29D4BD8F-7488-49D9-BFBB-7DF8C2B0292D}" vid="{799E8309-D02B-4451-A1B1-915D5FF07E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4839</TotalTime>
  <Words>1421</Words>
  <Application>Microsoft Office PowerPoint</Application>
  <PresentationFormat>Widescreen</PresentationFormat>
  <Paragraphs>215</Paragraphs>
  <Slides>42</Slides>
  <Notes>4</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42</vt:i4>
      </vt:variant>
    </vt:vector>
  </HeadingPairs>
  <TitlesOfParts>
    <vt:vector size="65" baseType="lpstr">
      <vt:lpstr>Arial</vt:lpstr>
      <vt:lpstr>Arial</vt:lpstr>
      <vt:lpstr>Arial Narrow</vt:lpstr>
      <vt:lpstr>Arial Unicode MS</vt:lpstr>
      <vt:lpstr>Averta</vt:lpstr>
      <vt:lpstr>Averta SemiBold</vt:lpstr>
      <vt:lpstr>Barlow Light</vt:lpstr>
      <vt:lpstr>Calibri</vt:lpstr>
      <vt:lpstr>Consolas</vt:lpstr>
      <vt:lpstr>gotham_medium</vt:lpstr>
      <vt:lpstr>inherit</vt:lpstr>
      <vt:lpstr>Lucida Sans Typewriter</vt:lpstr>
      <vt:lpstr>Montserrat</vt:lpstr>
      <vt:lpstr>Open Sans</vt:lpstr>
      <vt:lpstr>Raleway Medium</vt:lpstr>
      <vt:lpstr>Raleway SemiBold</vt:lpstr>
      <vt:lpstr>Roboto</vt:lpstr>
      <vt:lpstr>Symbol</vt:lpstr>
      <vt:lpstr>Times New Roman</vt:lpstr>
      <vt:lpstr>Tw Cen MT</vt:lpstr>
      <vt:lpstr>Tw Cen MT (Headings)</vt:lpstr>
      <vt:lpstr>Wingdings</vt:lpstr>
      <vt:lpstr>Office Theme</vt:lpstr>
      <vt:lpstr>PowerPoint Presentation</vt:lpstr>
      <vt:lpstr>PowerPoint Presentation</vt:lpstr>
      <vt:lpstr>PowerPoint Presentation</vt:lpstr>
      <vt:lpstr>Application Tiers – 3 Layers</vt:lpstr>
      <vt:lpstr>Diagram</vt:lpstr>
      <vt:lpstr>PowerPoint Presentation</vt:lpstr>
      <vt:lpstr>What is API Testing?</vt:lpstr>
      <vt:lpstr>Benefits of API Testing</vt:lpstr>
      <vt:lpstr>PowerPoint Presentation</vt:lpstr>
      <vt:lpstr>PowerPoint Presentation</vt:lpstr>
      <vt:lpstr>API Types</vt:lpstr>
      <vt:lpstr>PowerPoint Presentation</vt:lpstr>
      <vt:lpstr>SOAP vs REST</vt:lpstr>
      <vt:lpstr>PowerPoint Presentation</vt:lpstr>
      <vt:lpstr>PowerPoint Presentation</vt:lpstr>
      <vt:lpstr>API Testing Tools</vt:lpstr>
      <vt:lpstr>PowerPoint Presentation</vt:lpstr>
      <vt:lpstr>URL Structure</vt:lpstr>
      <vt:lpstr>URL, URN, URI</vt:lpstr>
      <vt:lpstr>Variables</vt:lpstr>
      <vt:lpstr>REST API</vt:lpstr>
      <vt:lpstr>Interview Questions </vt:lpstr>
      <vt:lpstr>Interview Questions</vt:lpstr>
      <vt:lpstr>PowerPoint Presentation</vt:lpstr>
      <vt:lpstr>Swagger</vt:lpstr>
      <vt:lpstr>REST API Authentication Methods </vt:lpstr>
      <vt:lpstr>Multi Factor Authentication</vt:lpstr>
      <vt:lpstr>Options in API</vt:lpstr>
      <vt:lpstr>Head in API</vt:lpstr>
      <vt:lpstr>Header</vt:lpstr>
      <vt:lpstr>All Headers</vt:lpstr>
      <vt:lpstr>Request Header</vt:lpstr>
      <vt:lpstr>Response Header</vt:lpstr>
      <vt:lpstr>Accept &amp; Content-Type</vt:lpstr>
      <vt:lpstr>Payload</vt:lpstr>
      <vt:lpstr>Cache vs Cookies</vt:lpstr>
      <vt:lpstr>Serialization vs Deserialization</vt:lpstr>
      <vt:lpstr> API Vs Web Services</vt:lpstr>
      <vt:lpstr>Testcase</vt:lpstr>
      <vt:lpstr>API Testing Challenges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Greens Technology</dc:creator>
  <cp:lastModifiedBy>Bharath Kumar T</cp:lastModifiedBy>
  <cp:revision>70</cp:revision>
  <dcterms:created xsi:type="dcterms:W3CDTF">2020-07-23T20:17:12Z</dcterms:created>
  <dcterms:modified xsi:type="dcterms:W3CDTF">2026-06-26T16:16:07Z</dcterms:modified>
</cp:coreProperties>
</file>